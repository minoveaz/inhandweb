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b124ec6b4947f4" /><Relationship Type="http://schemas.openxmlformats.org/officeDocument/2006/relationships/extended-properties" Target="/docProps/app.xml" Id="Re9d44221c59d48f2" /><Relationship Type="http://schemas.openxmlformats.org/officeDocument/2006/relationships/officeDocument" Target="/ppt/presentation.xml" Id="R0c80e490c1f942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f405e943f8492f"/>
  </p:sldMasterIdLst>
  <p:notesMasterIdLst>
    <p:notesMasterId xmlns:r="http://schemas.openxmlformats.org/officeDocument/2006/relationships" r:id="R7abb7f7b7e0d42fd"/>
  </p:notesMasterIdLst>
  <p:sldIdLst>
    <p:sldId xmlns:r="http://schemas.openxmlformats.org/officeDocument/2006/relationships" id="256" r:id="R4a68cd075a514ef1"/>
    <p:sldId xmlns:r="http://schemas.openxmlformats.org/officeDocument/2006/relationships" id="257" r:id="Rb12b52d2657b403e"/>
    <p:sldId xmlns:r="http://schemas.openxmlformats.org/officeDocument/2006/relationships" id="258" r:id="R5130affec06548f3"/>
    <p:sldId xmlns:r="http://schemas.openxmlformats.org/officeDocument/2006/relationships" id="259" r:id="Rc7d69cffec2a40ad"/>
    <p:sldId xmlns:r="http://schemas.openxmlformats.org/officeDocument/2006/relationships" id="260" r:id="R9c87ab02e1064be4"/>
    <p:sldId xmlns:r="http://schemas.openxmlformats.org/officeDocument/2006/relationships" id="261" r:id="Rc56d186076104493"/>
    <p:sldId xmlns:r="http://schemas.openxmlformats.org/officeDocument/2006/relationships" id="262" r:id="Rddacb881cf644f63"/>
    <p:sldId xmlns:r="http://schemas.openxmlformats.org/officeDocument/2006/relationships" id="263" r:id="Raef6610367d94f8b"/>
    <p:sldId xmlns:r="http://schemas.openxmlformats.org/officeDocument/2006/relationships" id="264" r:id="Rf521f09d572f40f9"/>
    <p:sldId xmlns:r="http://schemas.openxmlformats.org/officeDocument/2006/relationships" id="265" r:id="Rccfa4020951b49d9"/>
    <p:sldId xmlns:r="http://schemas.openxmlformats.org/officeDocument/2006/relationships" id="266" r:id="R67ec8e78c52e4cf6"/>
    <p:sldId xmlns:r="http://schemas.openxmlformats.org/officeDocument/2006/relationships" id="267" r:id="R1faeef8868c2434a"/>
    <p:sldId xmlns:r="http://schemas.openxmlformats.org/officeDocument/2006/relationships" id="268" r:id="Rdc5578cc3f7f496c"/>
    <p:sldId xmlns:r="http://schemas.openxmlformats.org/officeDocument/2006/relationships" id="269" r:id="R700ea1f994694c6a"/>
    <p:sldId xmlns:r="http://schemas.openxmlformats.org/officeDocument/2006/relationships" id="270" r:id="R6d6a75b24ac245a8"/>
    <p:sldId xmlns:r="http://schemas.openxmlformats.org/officeDocument/2006/relationships" id="271" r:id="R3fd7149d2738478a"/>
    <p:sldId xmlns:r="http://schemas.openxmlformats.org/officeDocument/2006/relationships" id="272" r:id="Re268e6e769df4240"/>
    <p:sldId xmlns:r="http://schemas.openxmlformats.org/officeDocument/2006/relationships" id="273" r:id="R51469370f9484dca"/>
    <p:sldId xmlns:r="http://schemas.openxmlformats.org/officeDocument/2006/relationships" id="274" r:id="Rd9c5f5f5fd344afe"/>
    <p:sldId xmlns:r="http://schemas.openxmlformats.org/officeDocument/2006/relationships" id="275" r:id="R4d0ed46341884c6c"/>
    <p:sldId xmlns:r="http://schemas.openxmlformats.org/officeDocument/2006/relationships" id="276" r:id="Re907f703f2a844a0"/>
    <p:sldId xmlns:r="http://schemas.openxmlformats.org/officeDocument/2006/relationships" id="277" r:id="Rfa9c23b931e1417d"/>
    <p:sldId xmlns:r="http://schemas.openxmlformats.org/officeDocument/2006/relationships" id="278" r:id="R8d1e44b0a05b4ce4"/>
    <p:sldId xmlns:r="http://schemas.openxmlformats.org/officeDocument/2006/relationships" id="279" r:id="R619f220451d44d07"/>
    <p:sldId xmlns:r="http://schemas.openxmlformats.org/officeDocument/2006/relationships" id="280" r:id="Ra16b09a1766842fc"/>
    <p:sldId xmlns:r="http://schemas.openxmlformats.org/officeDocument/2006/relationships" id="281" r:id="R41908bf2e7ba464a"/>
    <p:sldId xmlns:r="http://schemas.openxmlformats.org/officeDocument/2006/relationships" id="282" r:id="Ref06fe189bb2414d"/>
    <p:sldId xmlns:r="http://schemas.openxmlformats.org/officeDocument/2006/relationships" id="283" r:id="Redb54e9b713549a5"/>
    <p:sldId xmlns:r="http://schemas.openxmlformats.org/officeDocument/2006/relationships" id="284" r:id="R5dc5271d8b89440a"/>
    <p:sldId xmlns:r="http://schemas.openxmlformats.org/officeDocument/2006/relationships" id="285" r:id="R72ee75c90a6d41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432a6fea3b48ab" /><Relationship Type="http://schemas.openxmlformats.org/officeDocument/2006/relationships/slideMaster" Target="/ppt/slideMasters/slideMaster1.xml" Id="R70f405e943f8492f" /><Relationship Type="http://schemas.openxmlformats.org/officeDocument/2006/relationships/notesMaster" Target="/ppt/notesMasters/notesMaster1.xml" Id="R7abb7f7b7e0d42fd" /><Relationship Type="http://schemas.openxmlformats.org/officeDocument/2006/relationships/presProps" Target="/ppt/presProps.xml" Id="Rb3aa3e47b4b840c6" /><Relationship Type="http://schemas.openxmlformats.org/officeDocument/2006/relationships/tableStyles" Target="/ppt/tableStyles.xml" Id="R9acf44f1301f4abd" /><Relationship Type="http://schemas.openxmlformats.org/officeDocument/2006/relationships/slide" Target="/ppt/slides/slide1.xml" Id="R4a68cd075a514ef1" /><Relationship Type="http://schemas.openxmlformats.org/officeDocument/2006/relationships/slide" Target="/ppt/slides/slide2.xml" Id="Rb12b52d2657b403e" /><Relationship Type="http://schemas.openxmlformats.org/officeDocument/2006/relationships/slide" Target="/ppt/slides/slide3.xml" Id="R5130affec06548f3" /><Relationship Type="http://schemas.openxmlformats.org/officeDocument/2006/relationships/slide" Target="/ppt/slides/slide4.xml" Id="Rc7d69cffec2a40ad" /><Relationship Type="http://schemas.openxmlformats.org/officeDocument/2006/relationships/slide" Target="/ppt/slides/slide5.xml" Id="R9c87ab02e1064be4" /><Relationship Type="http://schemas.openxmlformats.org/officeDocument/2006/relationships/slide" Target="/ppt/slides/slide6.xml" Id="Rc56d186076104493" /><Relationship Type="http://schemas.openxmlformats.org/officeDocument/2006/relationships/slide" Target="/ppt/slides/slide7.xml" Id="Rddacb881cf644f63" /><Relationship Type="http://schemas.openxmlformats.org/officeDocument/2006/relationships/slide" Target="/ppt/slides/slide8.xml" Id="Raef6610367d94f8b" /><Relationship Type="http://schemas.openxmlformats.org/officeDocument/2006/relationships/slide" Target="/ppt/slides/slide9.xml" Id="Rf521f09d572f40f9" /><Relationship Type="http://schemas.openxmlformats.org/officeDocument/2006/relationships/slide" Target="/ppt/slides/slide10.xml" Id="Rccfa4020951b49d9" /><Relationship Type="http://schemas.openxmlformats.org/officeDocument/2006/relationships/slide" Target="/ppt/slides/slide11.xml" Id="R67ec8e78c52e4cf6" /><Relationship Type="http://schemas.openxmlformats.org/officeDocument/2006/relationships/slide" Target="/ppt/slides/slide12.xml" Id="R1faeef8868c2434a" /><Relationship Type="http://schemas.openxmlformats.org/officeDocument/2006/relationships/slide" Target="/ppt/slides/slide13.xml" Id="Rdc5578cc3f7f496c" /><Relationship Type="http://schemas.openxmlformats.org/officeDocument/2006/relationships/slide" Target="/ppt/slides/slide14.xml" Id="R700ea1f994694c6a" /><Relationship Type="http://schemas.openxmlformats.org/officeDocument/2006/relationships/slide" Target="/ppt/slides/slide15.xml" Id="R6d6a75b24ac245a8" /><Relationship Type="http://schemas.openxmlformats.org/officeDocument/2006/relationships/slide" Target="/ppt/slides/slide16.xml" Id="R3fd7149d2738478a" /><Relationship Type="http://schemas.openxmlformats.org/officeDocument/2006/relationships/slide" Target="/ppt/slides/slide17.xml" Id="Re268e6e769df4240" /><Relationship Type="http://schemas.openxmlformats.org/officeDocument/2006/relationships/slide" Target="/ppt/slides/slide18.xml" Id="R51469370f9484dca" /><Relationship Type="http://schemas.openxmlformats.org/officeDocument/2006/relationships/slide" Target="/ppt/slides/slide19.xml" Id="Rd9c5f5f5fd344afe" /><Relationship Type="http://schemas.openxmlformats.org/officeDocument/2006/relationships/slide" Target="/ppt/slides/slide20.xml" Id="R4d0ed46341884c6c" /><Relationship Type="http://schemas.openxmlformats.org/officeDocument/2006/relationships/slide" Target="/ppt/slides/slide21.xml" Id="Re907f703f2a844a0" /><Relationship Type="http://schemas.openxmlformats.org/officeDocument/2006/relationships/slide" Target="/ppt/slides/slide22.xml" Id="Rfa9c23b931e1417d" /><Relationship Type="http://schemas.openxmlformats.org/officeDocument/2006/relationships/slide" Target="/ppt/slides/slide23.xml" Id="R8d1e44b0a05b4ce4" /><Relationship Type="http://schemas.openxmlformats.org/officeDocument/2006/relationships/slide" Target="/ppt/slides/slide24.xml" Id="R619f220451d44d07" /><Relationship Type="http://schemas.openxmlformats.org/officeDocument/2006/relationships/slide" Target="/ppt/slides/slide25.xml" Id="Ra16b09a1766842fc" /><Relationship Type="http://schemas.openxmlformats.org/officeDocument/2006/relationships/slide" Target="/ppt/slides/slide26.xml" Id="R41908bf2e7ba464a" /><Relationship Type="http://schemas.openxmlformats.org/officeDocument/2006/relationships/slide" Target="/ppt/slides/slide27.xml" Id="Ref06fe189bb2414d" /><Relationship Type="http://schemas.openxmlformats.org/officeDocument/2006/relationships/slide" Target="/ppt/slides/slide28.xml" Id="Redb54e9b713549a5" /><Relationship Type="http://schemas.openxmlformats.org/officeDocument/2006/relationships/slide" Target="/ppt/slides/slide29.xml" Id="R5dc5271d8b89440a" /><Relationship Type="http://schemas.openxmlformats.org/officeDocument/2006/relationships/slide" Target="/ppt/slides/slide30.xml" Id="R72ee75c90a6d41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b5dfe1ef2b4d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4296a948cf4cf6" /><Relationship Type="http://schemas.openxmlformats.org/officeDocument/2006/relationships/notesMaster" Target="/ppt/notesMasters/notesMaster1.xml" Id="R8418b6cde95a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3475fa15244ed0" /><Relationship Type="http://schemas.openxmlformats.org/officeDocument/2006/relationships/notesMaster" Target="/ppt/notesMasters/notesMaster1.xml" Id="Ra4fb8328d094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01f7a5c0e459e" /><Relationship Type="http://schemas.openxmlformats.org/officeDocument/2006/relationships/notesMaster" Target="/ppt/notesMasters/notesMaster1.xml" Id="Rf0aa7d025c274a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b7a8d7e50346d4" /><Relationship Type="http://schemas.openxmlformats.org/officeDocument/2006/relationships/notesMaster" Target="/ppt/notesMasters/notesMaster1.xml" Id="R59f6a3c97a564b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20348972e4118" /><Relationship Type="http://schemas.openxmlformats.org/officeDocument/2006/relationships/notesMaster" Target="/ppt/notesMasters/notesMaster1.xml" Id="R57b9b172e93343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ce886dfeae4763" /><Relationship Type="http://schemas.openxmlformats.org/officeDocument/2006/relationships/notesMaster" Target="/ppt/notesMasters/notesMaster1.xml" Id="R9bf50dab8dbb41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52f52f865f436c" /><Relationship Type="http://schemas.openxmlformats.org/officeDocument/2006/relationships/notesMaster" Target="/ppt/notesMasters/notesMaster1.xml" Id="R1b12790ef1f7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d6e2b0134f42ef" /><Relationship Type="http://schemas.openxmlformats.org/officeDocument/2006/relationships/notesMaster" Target="/ppt/notesMasters/notesMaster1.xml" Id="Rf57bc641e025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e45113e3cc49b1" /><Relationship Type="http://schemas.openxmlformats.org/officeDocument/2006/relationships/notesMaster" Target="/ppt/notesMasters/notesMaster1.xml" Id="Rb67bd050269d49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5e3fbf39594693" /><Relationship Type="http://schemas.openxmlformats.org/officeDocument/2006/relationships/notesMaster" Target="/ppt/notesMasters/notesMaster1.xml" Id="Rf4ec25fcffb44c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c448fd449c41aa" /><Relationship Type="http://schemas.openxmlformats.org/officeDocument/2006/relationships/notesMaster" Target="/ppt/notesMasters/notesMaster1.xml" Id="Raf5fe754615a48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862cc5c8ba484a" /><Relationship Type="http://schemas.openxmlformats.org/officeDocument/2006/relationships/notesMaster" Target="/ppt/notesMasters/notesMaster1.xml" Id="R76c885053fd94e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ea0025db34ce2" /><Relationship Type="http://schemas.openxmlformats.org/officeDocument/2006/relationships/notesMaster" Target="/ppt/notesMasters/notesMaster1.xml" Id="R5762e283a6cb4d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7210ad740544dc" /><Relationship Type="http://schemas.openxmlformats.org/officeDocument/2006/relationships/notesMaster" Target="/ppt/notesMasters/notesMaster1.xml" Id="R27672fb3c8fb40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5134a295194508" /><Relationship Type="http://schemas.openxmlformats.org/officeDocument/2006/relationships/notesMaster" Target="/ppt/notesMasters/notesMaster1.xml" Id="Rb306c2f3ecbb4b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f970fb6f284811" /><Relationship Type="http://schemas.openxmlformats.org/officeDocument/2006/relationships/notesMaster" Target="/ppt/notesMasters/notesMaster1.xml" Id="R168ddabbdeea45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e567853e6c4d41" /><Relationship Type="http://schemas.openxmlformats.org/officeDocument/2006/relationships/notesMaster" Target="/ppt/notesMasters/notesMaster1.xml" Id="R43cf8469f7c942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866345498c4b23" /><Relationship Type="http://schemas.openxmlformats.org/officeDocument/2006/relationships/notesMaster" Target="/ppt/notesMasters/notesMaster1.xml" Id="Rcfe7bfdf1b1241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4a694e38394b0c" /><Relationship Type="http://schemas.openxmlformats.org/officeDocument/2006/relationships/notesMaster" Target="/ppt/notesMasters/notesMaster1.xml" Id="R16136d45b6f94a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ffa633d1fb4db3" /><Relationship Type="http://schemas.openxmlformats.org/officeDocument/2006/relationships/notesMaster" Target="/ppt/notesMasters/notesMaster1.xml" Id="R2eaa85fab96945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0eb7ad89da40c3" /><Relationship Type="http://schemas.openxmlformats.org/officeDocument/2006/relationships/notesMaster" Target="/ppt/notesMasters/notesMaster1.xml" Id="Rf278f827ec3142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e7775cca16478c" /><Relationship Type="http://schemas.openxmlformats.org/officeDocument/2006/relationships/notesMaster" Target="/ppt/notesMasters/notesMaster1.xml" Id="R91c7d0f130674e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2df8647c6914576" /><Relationship Type="http://schemas.openxmlformats.org/officeDocument/2006/relationships/notesMaster" Target="/ppt/notesMasters/notesMaster1.xml" Id="Rff8dd8e8b9804d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e458756bc34948" /><Relationship Type="http://schemas.openxmlformats.org/officeDocument/2006/relationships/notesMaster" Target="/ppt/notesMasters/notesMaster1.xml" Id="R94f4a3edea7640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a171526357426b" /><Relationship Type="http://schemas.openxmlformats.org/officeDocument/2006/relationships/notesMaster" Target="/ppt/notesMasters/notesMaster1.xml" Id="Rf09d8d4d813a43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e34eb21baf7402f" /><Relationship Type="http://schemas.openxmlformats.org/officeDocument/2006/relationships/notesMaster" Target="/ppt/notesMasters/notesMaster1.xml" Id="Rcb1b0d1388a349c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192cd39754460c" /><Relationship Type="http://schemas.openxmlformats.org/officeDocument/2006/relationships/notesMaster" Target="/ppt/notesMasters/notesMaster1.xml" Id="R93b0dd2ae8e74d7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1c87dc821c14edf" /><Relationship Type="http://schemas.openxmlformats.org/officeDocument/2006/relationships/notesMaster" Target="/ppt/notesMasters/notesMaster1.xml" Id="R2c77639aa8864a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8a5ffcea0694ca9" /><Relationship Type="http://schemas.openxmlformats.org/officeDocument/2006/relationships/notesMaster" Target="/ppt/notesMasters/notesMaster1.xml" Id="R40dfbf4ea2a548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71242c141e44496" /><Relationship Type="http://schemas.openxmlformats.org/officeDocument/2006/relationships/notesMaster" Target="/ppt/notesMasters/notesMaster1.xml" Id="R8ff57e0cef25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Design system. Fundamentos y componentes para construir la aplicación INHAND.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Las piezas del sistema. Cada nivel resuelve una necesidad y reutiliza las decisiones del anterior.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Color con funciones claras. La marca aporta identidad. Los colores semánticos comunican el estado de una acción.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Tipografía y jerarquía. Georgia para expresión editorial. Arial para lectura y controles.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Espacio y retícula. Una escala de 4 px mantiene el ritmo entre componentes y grupos.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Superficies, bordes y movimiento. La profundidad indica jerarquía. Los cambios de estado explican qué ha ocurrido.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Iconos e imágenes. Un mismo trazo para las acciones y una misma dirección visual para las ilustraciones.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Botones. Una acción principal por grupo, con variantes coherentes de intención y tamaño.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Enlaces y acciones compactas. Los enlaces explican el destino. Los iconos mantienen una interacción reconocible.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Campos de texto. Etiqueta persistente, valor legible y ayuda junto al campo.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Selección y autocompletado. El control depende de cuántas opciones hay y de cómo las busca la persona.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Checkbox, radio y switch. Tres controles para tres decisiones diferentes.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Texto largo, fecha y archivos. Controles complementarios con límites y formatos visibles.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Formularios y validación. Los componentes se agrupan con una secuencia clara y mensajes que ayudan a continuar.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Navegación. Cabecera, navegación móvil, migas y pestañas comparten reglas de orientación.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Búsqueda, filtros y orden. La selección permanece visible y cada cambio ofrece un resultado comprensible.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Menús, popovers y tooltips. La información y las acciones aparecen cerca de su origen.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Tarjetas y elementos de lista. La anatomía se mantiene aunque cambien el contenido y el contexto.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Etiquetas, avatares y metadatos. Pequeñas piezas que añaden contexto sin competir con el contenido principal.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Acordeones y divulgación. La información secundaria se expande sin perder el contexto.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Tablas y listas de datos. Los registros se pueden leer, comparar y seleccionar sin perder sus encabezados.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Paginación y pasos. La persona sabe dónde está, qué queda y cómo volver.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Mensajes, alertas y avisos. Cada mensaje explica qué ocurrió y cuál es el siguiente paso.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Ventanas y paneles laterales. La capa superior concentra la tarea y permite volver al punto de partida.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Carga, vacío y error. Los estados excepcionales también forman parte del diseño del componente.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Controles de producto. Opciones, cantidad, disponibilidad y precio forman un grupo coherente.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Carrito y resumen de compra. Una misma estructura permite revisar artículos y entender el total.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Adaptación y accesibilidad. Las mismas piezas deben funcionar con teclado, zoom y pantallas pequeñas.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Tokens y contrato de componentes. Una implementación compartida mantiene el diseño consistente al crecer.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INHAND Design System v0.1. Inventario y orden de construcción. La base actual es la portada. Este catálogo define las siguientes piezas reutilizables. Propuesta conceptual basada en la portada local y la colección de ilustraciones generadas para el usuario. Los componentes y estados documentados todavía requieren implementación. Los importes comerciales son ficticios. Las reglas de contraste y tamaño son objetivos del sistema, no una certificación de accesibilidad.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351b7984f44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d8292f01f4f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c67af81ad46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6de80537e42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22c9b1c5e49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6d7b94cf546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8947AE-E912-4F25-81B8-7C3456A67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D54321-DADE-45C2-90A1-DF9D5160FD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005B47-1403-4ED9-8A3C-FE69CEECC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D32CF8-9DBF-4421-833D-67E913E47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B6F260-3B2B-413E-A2B0-01037F413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2967B6-BDFB-4212-B197-0C70907EE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88D4B5-5499-425D-86D2-EA375531D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21B35-F811-4DE3-AD7F-E983FD6C6C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9DEFBA-BEE5-41D2-A28A-956F03EFA4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30533B-6CFF-45BA-AF6D-D9F6568E48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dee4befbc43a7" /><Relationship Type="http://schemas.openxmlformats.org/officeDocument/2006/relationships/slideLayout" Target="/ppt/slideLayouts/slideLayout1.xml" Id="Recfda90a91274d71" /><Relationship Type="http://schemas.openxmlformats.org/officeDocument/2006/relationships/slideLayout" Target="/ppt/slideLayouts/slideLayout2.xml" Id="R4f8c8649c4264488" /><Relationship Type="http://schemas.openxmlformats.org/officeDocument/2006/relationships/slideLayout" Target="/ppt/slideLayouts/slideLayout3.xml" Id="R3d30c7c5716a4719" /><Relationship Type="http://schemas.openxmlformats.org/officeDocument/2006/relationships/slideLayout" Target="/ppt/slideLayouts/slideLayout4.xml" Id="R8b2cbf579de24291" /><Relationship Type="http://schemas.openxmlformats.org/officeDocument/2006/relationships/slideLayout" Target="/ppt/slideLayouts/slideLayout5.xml" Id="R66409b8d76a54a6a" /><Relationship Type="http://schemas.openxmlformats.org/officeDocument/2006/relationships/slideLayout" Target="/ppt/slideLayouts/slideLayout6.xml" Id="R2f2f0d9a005248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fda90a91274d71"/>
    <p:sldLayoutId xmlns:r="http://schemas.openxmlformats.org/officeDocument/2006/relationships" id="2147483650" r:id="R4f8c8649c4264488"/>
    <p:sldLayoutId xmlns:r="http://schemas.openxmlformats.org/officeDocument/2006/relationships" id="2147483651" r:id="R3d30c7c5716a4719"/>
    <p:sldLayoutId xmlns:r="http://schemas.openxmlformats.org/officeDocument/2006/relationships" id="2147483652" r:id="R8b2cbf579de24291"/>
    <p:sldLayoutId xmlns:r="http://schemas.openxmlformats.org/officeDocument/2006/relationships" id="2147483653" r:id="R66409b8d76a54a6a"/>
    <p:sldLayoutId xmlns:r="http://schemas.openxmlformats.org/officeDocument/2006/relationships" id="2147483654" r:id="R2f2f0d9a005248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e2395ff2345b6" /><Relationship Type="http://schemas.openxmlformats.org/officeDocument/2006/relationships/notesSlide" Target="/ppt/notesSlides/notesSlide1.xml" Id="R2290ecbf7d984f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30aa36e7d482d" /><Relationship Type="http://schemas.openxmlformats.org/officeDocument/2006/relationships/notesSlide" Target="/ppt/notesSlides/notesSlide2.xml" Id="Re1e85c36c08146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894bc4528409b" /><Relationship Type="http://schemas.openxmlformats.org/officeDocument/2006/relationships/notesSlide" Target="/ppt/notesSlides/notesSlide3.xml" Id="R5b0276d67720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ce32bfa2a4a7f" /><Relationship Type="http://schemas.openxmlformats.org/officeDocument/2006/relationships/notesSlide" Target="/ppt/notesSlides/notesSlide4.xml" Id="Rf767a26b526740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c0f2194fa4435" /><Relationship Type="http://schemas.openxmlformats.org/officeDocument/2006/relationships/notesSlide" Target="/ppt/notesSlides/notesSlide5.xml" Id="Rcd04e40cb5224d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d4feec91c434e" /><Relationship Type="http://schemas.openxmlformats.org/officeDocument/2006/relationships/notesSlide" Target="/ppt/notesSlides/notesSlide6.xml" Id="Rfa54354e229f47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79f4fd90a40ab" /><Relationship Type="http://schemas.openxmlformats.org/officeDocument/2006/relationships/image" Target="/ppt/media/image.png" Id="R0153b84eca97445e" /><Relationship Type="http://schemas.openxmlformats.org/officeDocument/2006/relationships/image" Target="/ppt/media/image2.png" Id="Rbc0dab412e9c4971" /><Relationship Type="http://schemas.openxmlformats.org/officeDocument/2006/relationships/image" Target="/ppt/media/image3.png" Id="R925b3bfc032c45d4" /><Relationship Type="http://schemas.openxmlformats.org/officeDocument/2006/relationships/image" Target="/ppt/media/image4.png" Id="R35b81e4a1f7b414a" /><Relationship Type="http://schemas.openxmlformats.org/officeDocument/2006/relationships/notesSlide" Target="/ppt/notesSlides/notesSlide7.xml" Id="R8c3d6e29912e41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6fb14de0d4537" /><Relationship Type="http://schemas.openxmlformats.org/officeDocument/2006/relationships/notesSlide" Target="/ppt/notesSlides/notesSlide8.xml" Id="Rd1115110e25c46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f398f8bf64a7c" /><Relationship Type="http://schemas.openxmlformats.org/officeDocument/2006/relationships/notesSlide" Target="/ppt/notesSlides/notesSlide9.xml" Id="R265ee66a430a43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acb393271463e" /><Relationship Type="http://schemas.openxmlformats.org/officeDocument/2006/relationships/notesSlide" Target="/ppt/notesSlides/notesSlide10.xml" Id="R02bdec07d63d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57b6bd2804913" /><Relationship Type="http://schemas.openxmlformats.org/officeDocument/2006/relationships/notesSlide" Target="/ppt/notesSlides/notesSlide11.xml" Id="R60561b1a8a6b44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182acde9a4b4c" /><Relationship Type="http://schemas.openxmlformats.org/officeDocument/2006/relationships/notesSlide" Target="/ppt/notesSlides/notesSlide12.xml" Id="R76a33c7f09ea49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fd11adb5647b1" /><Relationship Type="http://schemas.openxmlformats.org/officeDocument/2006/relationships/notesSlide" Target="/ppt/notesSlides/notesSlide13.xml" Id="Rb3fd13408dfd49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2847935ec4116" /><Relationship Type="http://schemas.openxmlformats.org/officeDocument/2006/relationships/notesSlide" Target="/ppt/notesSlides/notesSlide14.xml" Id="R58f160f36d1e4e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c550c11f14c8b" /><Relationship Type="http://schemas.openxmlformats.org/officeDocument/2006/relationships/notesSlide" Target="/ppt/notesSlides/notesSlide15.xml" Id="Ra7fb19d302464f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77fdccca24b1e" /><Relationship Type="http://schemas.openxmlformats.org/officeDocument/2006/relationships/notesSlide" Target="/ppt/notesSlides/notesSlide16.xml" Id="Rf8464f4f20664f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b2fdc169d4f65" /><Relationship Type="http://schemas.openxmlformats.org/officeDocument/2006/relationships/notesSlide" Target="/ppt/notesSlides/notesSlide17.xml" Id="R25e23957ea7849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7080b3e044526" /><Relationship Type="http://schemas.openxmlformats.org/officeDocument/2006/relationships/image" Target="/ppt/media/image5.png" Id="R0b2ed9a42d6e4c5c" /><Relationship Type="http://schemas.openxmlformats.org/officeDocument/2006/relationships/image" Target="/ppt/media/image6.png" Id="R29572f726c384b7a" /><Relationship Type="http://schemas.openxmlformats.org/officeDocument/2006/relationships/image" Target="/ppt/media/image7.png" Id="R42ee899b04a74f56" /><Relationship Type="http://schemas.openxmlformats.org/officeDocument/2006/relationships/notesSlide" Target="/ppt/notesSlides/notesSlide18.xml" Id="R91aa75adf4784c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b90e2c6924480" /><Relationship Type="http://schemas.openxmlformats.org/officeDocument/2006/relationships/notesSlide" Target="/ppt/notesSlides/notesSlide19.xml" Id="R0a2f99fcb98741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9a5048a424a6e" /><Relationship Type="http://schemas.openxmlformats.org/officeDocument/2006/relationships/notesSlide" Target="/ppt/notesSlides/notesSlide20.xml" Id="R7533018cb1d943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bf69de1c341ec" /><Relationship Type="http://schemas.openxmlformats.org/officeDocument/2006/relationships/notesSlide" Target="/ppt/notesSlides/notesSlide21.xml" Id="R05529394111042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adf01d66e45ed" /><Relationship Type="http://schemas.openxmlformats.org/officeDocument/2006/relationships/notesSlide" Target="/ppt/notesSlides/notesSlide22.xml" Id="R0a3d287e96df4e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80642d85a461d" /><Relationship Type="http://schemas.openxmlformats.org/officeDocument/2006/relationships/notesSlide" Target="/ppt/notesSlides/notesSlide23.xml" Id="Rb6d70c605ef243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15a0cc07f44fe" /><Relationship Type="http://schemas.openxmlformats.org/officeDocument/2006/relationships/notesSlide" Target="/ppt/notesSlides/notesSlide24.xml" Id="R728dff34dce34b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92d196add4baf" /><Relationship Type="http://schemas.openxmlformats.org/officeDocument/2006/relationships/notesSlide" Target="/ppt/notesSlides/notesSlide25.xml" Id="R6aaa35425c2d4a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e35a1a34a4a0f" /><Relationship Type="http://schemas.openxmlformats.org/officeDocument/2006/relationships/image" Target="/ppt/media/image8.png" Id="R41b8a166dc124aa6" /><Relationship Type="http://schemas.openxmlformats.org/officeDocument/2006/relationships/notesSlide" Target="/ppt/notesSlides/notesSlide26.xml" Id="R31af1996fd0b41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0b9df88894d50" /><Relationship Type="http://schemas.openxmlformats.org/officeDocument/2006/relationships/image" Target="/ppt/media/image9.png" Id="Re2bfd3510434431c" /><Relationship Type="http://schemas.openxmlformats.org/officeDocument/2006/relationships/notesSlide" Target="/ppt/notesSlides/notesSlide27.xml" Id="Rd80193897ca340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2e464dd90441f" /><Relationship Type="http://schemas.openxmlformats.org/officeDocument/2006/relationships/notesSlide" Target="/ppt/notesSlides/notesSlide28.xml" Id="R01ad830753e641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7feaba4f84f76" /><Relationship Type="http://schemas.openxmlformats.org/officeDocument/2006/relationships/notesSlide" Target="/ppt/notesSlides/notesSlide29.xml" Id="R60a62a7f8324478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55ccbc3c354182" /><Relationship Type="http://schemas.openxmlformats.org/officeDocument/2006/relationships/notesSlide" Target="/ppt/notesSlides/notesSlide30.xml" Id="Rc3649d81f2e947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1-rect-0">
            <a:extLst xmlns:a="http://schemas.openxmlformats.org/drawingml/2006/main">
              <a:ext uri="{FF2B5EF4-FFF2-40B4-BE49-F238E27FC236}">
                <a16:creationId xmlns:a16="http://schemas.microsoft.com/office/drawing/2014/main" id="{09F01305-F6A8-4C30-BAA5-77B3D8F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-text-1">
            <a:extLst xmlns:a="http://schemas.openxmlformats.org/drawingml/2006/main">
              <a:ext uri="{FF2B5EF4-FFF2-40B4-BE49-F238E27FC236}">
                <a16:creationId xmlns:a16="http://schemas.microsoft.com/office/drawing/2014/main" id="{1F20D213-3170-4722-9859-30E471D6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-text-2">
            <a:extLst xmlns:a="http://schemas.openxmlformats.org/drawingml/2006/main">
              <a:ext uri="{FF2B5EF4-FFF2-40B4-BE49-F238E27FC236}">
                <a16:creationId xmlns:a16="http://schemas.microsoft.com/office/drawing/2014/main" id="{3BFDD48C-094D-4BCB-B182-884E276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PROPUESTA V0.1</a:t>
            </a:r>
          </a:p>
        </p:txBody>
      </p:sp>
      <p:sp>
        <p:nvSpPr>
          <p:cNvPr id="4" name="s1-rect-3">
            <a:extLst xmlns:a="http://schemas.openxmlformats.org/drawingml/2006/main">
              <a:ext uri="{FF2B5EF4-FFF2-40B4-BE49-F238E27FC236}">
                <a16:creationId xmlns:a16="http://schemas.microsoft.com/office/drawing/2014/main" id="{98C1D9A0-CC48-49B9-81B3-A7A27823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-text-4">
            <a:extLst xmlns:a="http://schemas.openxmlformats.org/drawingml/2006/main">
              <a:ext uri="{FF2B5EF4-FFF2-40B4-BE49-F238E27FC236}">
                <a16:creationId xmlns:a16="http://schemas.microsoft.com/office/drawing/2014/main" id="{67F1B932-3AFB-435D-99A8-3C9A80CF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Design system</a:t>
            </a:r>
          </a:p>
        </p:txBody>
      </p:sp>
      <p:sp>
        <p:nvSpPr>
          <p:cNvPr id="6" name="s1-text-5">
            <a:extLst xmlns:a="http://schemas.openxmlformats.org/drawingml/2006/main">
              <a:ext uri="{FF2B5EF4-FFF2-40B4-BE49-F238E27FC236}">
                <a16:creationId xmlns:a16="http://schemas.microsoft.com/office/drawing/2014/main" id="{5AD1AD37-1F1A-4CB8-8A2A-BB67A55B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Fundamentos y componentes para construir la aplicación INHAND</a:t>
            </a:r>
          </a:p>
        </p:txBody>
      </p:sp>
      <p:sp>
        <p:nvSpPr>
          <p:cNvPr id="7" name="s1-text-6">
            <a:extLst xmlns:a="http://schemas.openxmlformats.org/drawingml/2006/main">
              <a:ext uri="{FF2B5EF4-FFF2-40B4-BE49-F238E27FC236}">
                <a16:creationId xmlns:a16="http://schemas.microsoft.com/office/drawing/2014/main" id="{B775AD08-9D5C-4316-8B31-7CA30579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1-text-7">
            <a:extLst xmlns:a="http://schemas.openxmlformats.org/drawingml/2006/main">
              <a:ext uri="{FF2B5EF4-FFF2-40B4-BE49-F238E27FC236}">
                <a16:creationId xmlns:a16="http://schemas.microsoft.com/office/drawing/2014/main" id="{374FC8C1-A64D-42B3-A859-572EB013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Una misma voz.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Muchas formas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de construir.</a:t>
            </a:r>
          </a:p>
        </p:txBody>
      </p:sp>
      <p:sp>
        <p:nvSpPr>
          <p:cNvPr id="9" name="s1-text-8">
            <a:extLst xmlns:a="http://schemas.openxmlformats.org/drawingml/2006/main">
              <a:ext uri="{FF2B5EF4-FFF2-40B4-BE49-F238E27FC236}">
                <a16:creationId xmlns:a16="http://schemas.microsoft.com/office/drawing/2014/main" id="{17B09562-F3A0-4CD6-B9FD-24ABFEA7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Catálogo visual de componentes, variantes,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estados y reglas de composición.</a:t>
            </a:r>
          </a:p>
        </p:txBody>
      </p:sp>
      <p:sp>
        <p:nvSpPr>
          <p:cNvPr id="10" name="s1-rect-9">
            <a:extLst xmlns:a="http://schemas.openxmlformats.org/drawingml/2006/main">
              <a:ext uri="{FF2B5EF4-FFF2-40B4-BE49-F238E27FC236}">
                <a16:creationId xmlns:a16="http://schemas.microsoft.com/office/drawing/2014/main" id="{F4E5E6B6-D4E4-4389-9504-B1DE9A61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238625" cy="30956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1" name="s1-text-10">
            <a:extLst xmlns:a="http://schemas.openxmlformats.org/drawingml/2006/main">
              <a:ext uri="{FF2B5EF4-FFF2-40B4-BE49-F238E27FC236}">
                <a16:creationId xmlns:a16="http://schemas.microsoft.com/office/drawing/2014/main" id="{47051408-9D99-43AE-AF17-16B36A8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52675"/>
            <a:ext cx="357187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 REUTILIZABLES</a:t>
            </a:r>
          </a:p>
        </p:txBody>
      </p:sp>
      <p:sp>
        <p:nvSpPr>
          <p:cNvPr id="12" name="s1-rect-11">
            <a:extLst xmlns:a="http://schemas.openxmlformats.org/drawingml/2006/main">
              <a:ext uri="{FF2B5EF4-FFF2-40B4-BE49-F238E27FC236}">
                <a16:creationId xmlns:a16="http://schemas.microsoft.com/office/drawing/2014/main" id="{2A4E46D8-7894-49C4-AD80-5EABF85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19400"/>
            <a:ext cx="14763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3" name="s1-text-12">
            <a:extLst xmlns:a="http://schemas.openxmlformats.org/drawingml/2006/main">
              <a:ext uri="{FF2B5EF4-FFF2-40B4-BE49-F238E27FC236}">
                <a16:creationId xmlns:a16="http://schemas.microsoft.com/office/drawing/2014/main" id="{F6910C10-6B5C-43A6-9CF8-B20D706C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3370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  <p:sp>
        <p:nvSpPr>
          <p:cNvPr id="14" name="s1-rect-13">
            <a:extLst xmlns:a="http://schemas.openxmlformats.org/drawingml/2006/main">
              <a:ext uri="{FF2B5EF4-FFF2-40B4-BE49-F238E27FC236}">
                <a16:creationId xmlns:a16="http://schemas.microsoft.com/office/drawing/2014/main" id="{FBA3939D-6B48-4F1A-833A-E7FD9B2C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19400"/>
            <a:ext cx="1333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5" name="s1-text-14">
            <a:extLst xmlns:a="http://schemas.openxmlformats.org/drawingml/2006/main">
              <a:ext uri="{FF2B5EF4-FFF2-40B4-BE49-F238E27FC236}">
                <a16:creationId xmlns:a16="http://schemas.microsoft.com/office/drawing/2014/main" id="{6CB79083-8A34-4CAB-BD7B-6E2E829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Volver</a:t>
            </a:r>
          </a:p>
        </p:txBody>
      </p:sp>
      <p:sp>
        <p:nvSpPr>
          <p:cNvPr id="16" name="s1-text-15">
            <a:extLst xmlns:a="http://schemas.openxmlformats.org/drawingml/2006/main">
              <a:ext uri="{FF2B5EF4-FFF2-40B4-BE49-F238E27FC236}">
                <a16:creationId xmlns:a16="http://schemas.microsoft.com/office/drawing/2014/main" id="{B7C83F4C-0FBE-4695-8FFE-EAE30A31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86150"/>
            <a:ext cx="3143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Correo electrónico</a:t>
            </a:r>
          </a:p>
        </p:txBody>
      </p:sp>
      <p:sp>
        <p:nvSpPr>
          <p:cNvPr id="17" name="s1-rect-16">
            <a:extLst xmlns:a="http://schemas.openxmlformats.org/drawingml/2006/main">
              <a:ext uri="{FF2B5EF4-FFF2-40B4-BE49-F238E27FC236}">
                <a16:creationId xmlns:a16="http://schemas.microsoft.com/office/drawing/2014/main" id="{FFB2F0B1-ED2C-4887-9785-7FD0710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733800"/>
            <a:ext cx="3143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7C8390"/>
            </a:solidFill>
          </a:ln>
        </p:spPr>
      </p:sp>
      <p:sp>
        <p:nvSpPr>
          <p:cNvPr id="18" name="s1-text-17">
            <a:extLst xmlns:a="http://schemas.openxmlformats.org/drawingml/2006/main">
              <a:ext uri="{FF2B5EF4-FFF2-40B4-BE49-F238E27FC236}">
                <a16:creationId xmlns:a16="http://schemas.microsoft.com/office/drawing/2014/main" id="{A56BFFC7-615E-4348-90BC-94E60E58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2895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hola@inhand.es</a:t>
            </a:r>
          </a:p>
        </p:txBody>
      </p:sp>
      <p:sp>
        <p:nvSpPr>
          <p:cNvPr id="19" name="s1-rect-18">
            <a:extLst xmlns:a="http://schemas.openxmlformats.org/drawingml/2006/main">
              <a:ext uri="{FF2B5EF4-FFF2-40B4-BE49-F238E27FC236}">
                <a16:creationId xmlns:a16="http://schemas.microsoft.com/office/drawing/2014/main" id="{5E275F5D-1005-40E1-ABD5-AD79DB84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48175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</a:ln>
        </p:spPr>
      </p:sp>
      <p:sp>
        <p:nvSpPr>
          <p:cNvPr id="20" name="s1-text-19">
            <a:extLst xmlns:a="http://schemas.openxmlformats.org/drawingml/2006/main">
              <a:ext uri="{FF2B5EF4-FFF2-40B4-BE49-F238E27FC236}">
                <a16:creationId xmlns:a16="http://schemas.microsoft.com/office/drawing/2014/main" id="{ADB765DD-8C95-4B28-8790-23092721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958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16249"/>
                </a:solidFill>
                <a:latin typeface="Arial"/>
                <a:ea typeface="Arial"/>
                <a:cs typeface="Arial"/>
              </a:rPr>
              <a:t>Guardado</a:t>
            </a:r>
          </a:p>
        </p:txBody>
      </p:sp>
      <p:sp>
        <p:nvSpPr>
          <p:cNvPr id="21" name="s1-rect-20">
            <a:extLst xmlns:a="http://schemas.openxmlformats.org/drawingml/2006/main">
              <a:ext uri="{FF2B5EF4-FFF2-40B4-BE49-F238E27FC236}">
                <a16:creationId xmlns:a16="http://schemas.microsoft.com/office/drawing/2014/main" id="{BD3E3F06-27D8-4F1F-9DCB-DC02821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476750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2" name="s1-ellipse-21">
            <a:extLst xmlns:a="http://schemas.openxmlformats.org/drawingml/2006/main">
              <a:ext uri="{FF2B5EF4-FFF2-40B4-BE49-F238E27FC236}">
                <a16:creationId xmlns:a16="http://schemas.microsoft.com/office/drawing/2014/main" id="{8C683B40-F2AE-4C7D-B81B-17B0BF7B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505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23" name="s1-ellipse-22">
            <a:extLst xmlns:a="http://schemas.openxmlformats.org/drawingml/2006/main">
              <a:ext uri="{FF2B5EF4-FFF2-40B4-BE49-F238E27FC236}">
                <a16:creationId xmlns:a16="http://schemas.microsoft.com/office/drawing/2014/main" id="{A0534F70-D349-4855-B419-D4B5EFA4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8863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38"/>
          </a:solidFill>
          <a:ln xmlns:a="http://schemas.openxmlformats.org/drawingml/2006/main" w="0">
            <a:noFill/>
          </a:ln>
        </p:spPr>
      </p:sp>
      <p:sp>
        <p:nvSpPr>
          <p:cNvPr id="24" name="s1-text-23">
            <a:extLst xmlns:a="http://schemas.openxmlformats.org/drawingml/2006/main">
              <a:ext uri="{FF2B5EF4-FFF2-40B4-BE49-F238E27FC236}">
                <a16:creationId xmlns:a16="http://schemas.microsoft.com/office/drawing/2014/main" id="{D3448B51-86ED-410B-97A6-7F28D288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62525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4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345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" name="s1-rect-24">
            <a:extLst xmlns:a="http://schemas.openxmlformats.org/drawingml/2006/main">
              <a:ext uri="{FF2B5EF4-FFF2-40B4-BE49-F238E27FC236}">
                <a16:creationId xmlns:a16="http://schemas.microsoft.com/office/drawing/2014/main" id="{A76D835B-9FCE-4775-9BD4-248895C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6" name="s1-text-25">
            <a:extLst xmlns:a="http://schemas.openxmlformats.org/drawingml/2006/main">
              <a:ext uri="{FF2B5EF4-FFF2-40B4-BE49-F238E27FC236}">
                <a16:creationId xmlns:a16="http://schemas.microsoft.com/office/drawing/2014/main" id="{D5C83E57-5672-461C-8C25-DC9682B1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Propuesta de diseño basada en la portada. El catálogo amplía la base visual y guía su futura implementación.</a:t>
            </a:r>
          </a:p>
        </p:txBody>
      </p:sp>
    </p:spTree>
    <p:extLst>
      <p:ext uri="{BB962C8B-B14F-4D97-AF65-F5344CB8AC3E}">
        <p14:creationId xmlns:p14="http://schemas.microsoft.com/office/powerpoint/2010/main" val="1124827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2-rect-0">
            <a:extLst xmlns:a="http://schemas.openxmlformats.org/drawingml/2006/main">
              <a:ext uri="{FF2B5EF4-FFF2-40B4-BE49-F238E27FC236}">
                <a16:creationId xmlns:a16="http://schemas.microsoft.com/office/drawing/2014/main" id="{96104A3B-739D-4555-8A0C-DAA1B3D2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-text-1">
            <a:extLst xmlns:a="http://schemas.openxmlformats.org/drawingml/2006/main">
              <a:ext uri="{FF2B5EF4-FFF2-40B4-BE49-F238E27FC236}">
                <a16:creationId xmlns:a16="http://schemas.microsoft.com/office/drawing/2014/main" id="{3A33719E-79B0-494A-B956-F3FB697B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-text-2">
            <a:extLst xmlns:a="http://schemas.openxmlformats.org/drawingml/2006/main">
              <a:ext uri="{FF2B5EF4-FFF2-40B4-BE49-F238E27FC236}">
                <a16:creationId xmlns:a16="http://schemas.microsoft.com/office/drawing/2014/main" id="{38CF8EA0-89E4-497A-BC25-266981D3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ESTRUCTURA</a:t>
            </a:r>
          </a:p>
        </p:txBody>
      </p:sp>
      <p:sp>
        <p:nvSpPr>
          <p:cNvPr id="4" name="s2-rect-3">
            <a:extLst xmlns:a="http://schemas.openxmlformats.org/drawingml/2006/main">
              <a:ext uri="{FF2B5EF4-FFF2-40B4-BE49-F238E27FC236}">
                <a16:creationId xmlns:a16="http://schemas.microsoft.com/office/drawing/2014/main" id="{50B2E9C2-24EB-4EAC-B1FD-A4136274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-text-4">
            <a:extLst xmlns:a="http://schemas.openxmlformats.org/drawingml/2006/main">
              <a:ext uri="{FF2B5EF4-FFF2-40B4-BE49-F238E27FC236}">
                <a16:creationId xmlns:a16="http://schemas.microsoft.com/office/drawing/2014/main" id="{5343DC9B-33BE-4C0B-B23D-DD301CEE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Las piezas del sistema</a:t>
            </a:r>
          </a:p>
        </p:txBody>
      </p:sp>
      <p:sp>
        <p:nvSpPr>
          <p:cNvPr id="6" name="s2-text-5">
            <a:extLst xmlns:a="http://schemas.openxmlformats.org/drawingml/2006/main">
              <a:ext uri="{FF2B5EF4-FFF2-40B4-BE49-F238E27FC236}">
                <a16:creationId xmlns:a16="http://schemas.microsoft.com/office/drawing/2014/main" id="{033535D4-2324-4445-8F4B-AF79CC1E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Cada nivel resuelve una necesidad y reutiliza las decisiones del anterior</a:t>
            </a:r>
          </a:p>
        </p:txBody>
      </p:sp>
      <p:sp>
        <p:nvSpPr>
          <p:cNvPr id="7" name="s2-text-6">
            <a:extLst xmlns:a="http://schemas.openxmlformats.org/drawingml/2006/main">
              <a:ext uri="{FF2B5EF4-FFF2-40B4-BE49-F238E27FC236}">
                <a16:creationId xmlns:a16="http://schemas.microsoft.com/office/drawing/2014/main" id="{10A50EB6-C405-4CFF-A482-F2A95DA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2-rect-7">
            <a:extLst xmlns:a="http://schemas.openxmlformats.org/drawingml/2006/main">
              <a:ext uri="{FF2B5EF4-FFF2-40B4-BE49-F238E27FC236}">
                <a16:creationId xmlns:a16="http://schemas.microsoft.com/office/drawing/2014/main" id="{0E45C19B-2EC5-47F7-874A-70D5B943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486150" cy="241935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9" name="s2-text-8">
            <a:extLst xmlns:a="http://schemas.openxmlformats.org/drawingml/2006/main">
              <a:ext uri="{FF2B5EF4-FFF2-40B4-BE49-F238E27FC236}">
                <a16:creationId xmlns:a16="http://schemas.microsoft.com/office/drawing/2014/main" id="{2F6075AD-1908-40D7-9EE8-A2328F5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05075"/>
            <a:ext cx="952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5DF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2-text-9">
            <a:extLst xmlns:a="http://schemas.openxmlformats.org/drawingml/2006/main">
              <a:ext uri="{FF2B5EF4-FFF2-40B4-BE49-F238E27FC236}">
                <a16:creationId xmlns:a16="http://schemas.microsoft.com/office/drawing/2014/main" id="{F22EB2E9-5BE1-43B2-9CEA-5D2EFC61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90850"/>
            <a:ext cx="3009900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FBF6EE"/>
                </a:solidFill>
                <a:latin typeface="Georgia"/>
                <a:ea typeface="Georgia"/>
                <a:cs typeface="Georgia"/>
              </a:rPr>
              <a:t>Fundamentos</a:t>
            </a:r>
          </a:p>
        </p:txBody>
      </p:sp>
      <p:sp>
        <p:nvSpPr>
          <p:cNvPr id="11" name="s2-text-10">
            <a:extLst xmlns:a="http://schemas.openxmlformats.org/drawingml/2006/main">
              <a:ext uri="{FF2B5EF4-FFF2-40B4-BE49-F238E27FC236}">
                <a16:creationId xmlns:a16="http://schemas.microsoft.com/office/drawing/2014/main" id="{BFCA52F9-8ECC-4E32-AFA4-E086E6A4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7187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Color, tipografía, espacio, forma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y movimiento.</a:t>
            </a:r>
          </a:p>
        </p:txBody>
      </p:sp>
      <p:sp>
        <p:nvSpPr>
          <p:cNvPr id="12" name="s2-rect-11">
            <a:extLst xmlns:a="http://schemas.openxmlformats.org/drawingml/2006/main">
              <a:ext uri="{FF2B5EF4-FFF2-40B4-BE49-F238E27FC236}">
                <a16:creationId xmlns:a16="http://schemas.microsoft.com/office/drawing/2014/main" id="{AA8D3DFC-253D-4A81-B8F7-F410233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3486150" cy="241935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3" name="s2-text-12">
            <a:extLst xmlns:a="http://schemas.openxmlformats.org/drawingml/2006/main">
              <a:ext uri="{FF2B5EF4-FFF2-40B4-BE49-F238E27FC236}">
                <a16:creationId xmlns:a16="http://schemas.microsoft.com/office/drawing/2014/main" id="{C21EB96F-F28F-4FB9-B0EE-198BB72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05075"/>
            <a:ext cx="952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663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s2-text-13">
            <a:extLst xmlns:a="http://schemas.openxmlformats.org/drawingml/2006/main">
              <a:ext uri="{FF2B5EF4-FFF2-40B4-BE49-F238E27FC236}">
                <a16:creationId xmlns:a16="http://schemas.microsoft.com/office/drawing/2014/main" id="{8FC705F9-852B-4CA7-AB8A-1250284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90850"/>
            <a:ext cx="3009900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Componentes</a:t>
            </a:r>
          </a:p>
        </p:txBody>
      </p:sp>
      <p:sp>
        <p:nvSpPr>
          <p:cNvPr id="15" name="s2-text-14">
            <a:extLst xmlns:a="http://schemas.openxmlformats.org/drawingml/2006/main">
              <a:ext uri="{FF2B5EF4-FFF2-40B4-BE49-F238E27FC236}">
                <a16:creationId xmlns:a16="http://schemas.microsoft.com/office/drawing/2014/main" id="{9773AA8C-700E-460D-86BF-E54D202E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7187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Controles, navegación, contenido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y estados de la interfaz.</a:t>
            </a:r>
          </a:p>
        </p:txBody>
      </p:sp>
      <p:sp>
        <p:nvSpPr>
          <p:cNvPr id="16" name="s2-rect-15">
            <a:extLst xmlns:a="http://schemas.openxmlformats.org/drawingml/2006/main">
              <a:ext uri="{FF2B5EF4-FFF2-40B4-BE49-F238E27FC236}">
                <a16:creationId xmlns:a16="http://schemas.microsoft.com/office/drawing/2014/main" id="{1622C450-5C6C-454D-91DC-F169BCB5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486150" cy="241935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7" name="s2-text-16">
            <a:extLst xmlns:a="http://schemas.openxmlformats.org/drawingml/2006/main">
              <a:ext uri="{FF2B5EF4-FFF2-40B4-BE49-F238E27FC236}">
                <a16:creationId xmlns:a16="http://schemas.microsoft.com/office/drawing/2014/main" id="{DCAA7BF4-EA0A-4D46-920E-BE93D219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05075"/>
            <a:ext cx="952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663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s2-text-17">
            <a:extLst xmlns:a="http://schemas.openxmlformats.org/drawingml/2006/main">
              <a:ext uri="{FF2B5EF4-FFF2-40B4-BE49-F238E27FC236}">
                <a16:creationId xmlns:a16="http://schemas.microsoft.com/office/drawing/2014/main" id="{C1EB0655-BF8C-4CF8-9F53-4C31BA09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90850"/>
            <a:ext cx="3009900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Composición</a:t>
            </a:r>
          </a:p>
        </p:txBody>
      </p:sp>
      <p:sp>
        <p:nvSpPr>
          <p:cNvPr id="19" name="s2-text-18">
            <a:extLst xmlns:a="http://schemas.openxmlformats.org/drawingml/2006/main">
              <a:ext uri="{FF2B5EF4-FFF2-40B4-BE49-F238E27FC236}">
                <a16:creationId xmlns:a16="http://schemas.microsoft.com/office/drawing/2014/main" id="{DB514ACC-CC50-4A1A-9590-C599C295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7187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Formularios, búsqueda y compra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 partir de componentes.</a:t>
            </a:r>
          </a:p>
        </p:txBody>
      </p:sp>
      <p:sp>
        <p:nvSpPr>
          <p:cNvPr id="20" name="s2-text-19">
            <a:extLst xmlns:a="http://schemas.openxmlformats.org/drawingml/2006/main">
              <a:ext uri="{FF2B5EF4-FFF2-40B4-BE49-F238E27FC236}">
                <a16:creationId xmlns:a16="http://schemas.microsoft.com/office/drawing/2014/main" id="{C2796A69-0355-4883-93F2-63839B1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810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Cada componente documenta</a:t>
            </a:r>
          </a:p>
        </p:txBody>
      </p:sp>
      <p:sp>
        <p:nvSpPr>
          <p:cNvPr id="21" name="s2-text-20">
            <a:extLst xmlns:a="http://schemas.openxmlformats.org/drawingml/2006/main">
              <a:ext uri="{FF2B5EF4-FFF2-40B4-BE49-F238E27FC236}">
                <a16:creationId xmlns:a16="http://schemas.microsoft.com/office/drawing/2014/main" id="{83DA50A3-1AE2-477D-A7BA-A5B7D35C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06125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Anatomía     Variantes     Tamaños     Estados     Accesibilidad</a:t>
            </a:r>
          </a:p>
        </p:txBody>
      </p:sp>
      <p:sp>
        <p:nvSpPr>
          <p:cNvPr id="22" name="s2-rect-21">
            <a:extLst xmlns:a="http://schemas.openxmlformats.org/drawingml/2006/main">
              <a:ext uri="{FF2B5EF4-FFF2-40B4-BE49-F238E27FC236}">
                <a16:creationId xmlns:a16="http://schemas.microsoft.com/office/drawing/2014/main" id="{34435425-07E7-4046-8258-6E49A905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3" name="s2-text-22">
            <a:extLst xmlns:a="http://schemas.openxmlformats.org/drawingml/2006/main">
              <a:ext uri="{FF2B5EF4-FFF2-40B4-BE49-F238E27FC236}">
                <a16:creationId xmlns:a16="http://schemas.microsoft.com/office/drawing/2014/main" id="{07ACF10F-6E72-4C7C-8B9F-D95B950F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Esta presentación documenta el sistema de interfaz. Las páginas se compondrán después con estas piezas.</a:t>
            </a:r>
          </a:p>
        </p:txBody>
      </p:sp>
    </p:spTree>
    <p:extLst>
      <p:ext uri="{BB962C8B-B14F-4D97-AF65-F5344CB8AC3E}">
        <p14:creationId xmlns:p14="http://schemas.microsoft.com/office/powerpoint/2010/main" val="1427154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3-rect-0">
            <a:extLst xmlns:a="http://schemas.openxmlformats.org/drawingml/2006/main">
              <a:ext uri="{FF2B5EF4-FFF2-40B4-BE49-F238E27FC236}">
                <a16:creationId xmlns:a16="http://schemas.microsoft.com/office/drawing/2014/main" id="{A4C460FD-3B58-4198-8196-3B66F8D4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3-text-1">
            <a:extLst xmlns:a="http://schemas.openxmlformats.org/drawingml/2006/main">
              <a:ext uri="{FF2B5EF4-FFF2-40B4-BE49-F238E27FC236}">
                <a16:creationId xmlns:a16="http://schemas.microsoft.com/office/drawing/2014/main" id="{E89A1B59-19D7-47B4-8735-6E5DFBA2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3-text-2">
            <a:extLst xmlns:a="http://schemas.openxmlformats.org/drawingml/2006/main">
              <a:ext uri="{FF2B5EF4-FFF2-40B4-BE49-F238E27FC236}">
                <a16:creationId xmlns:a16="http://schemas.microsoft.com/office/drawing/2014/main" id="{A2AE585C-7AAB-4D5C-B310-A1F81463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4" name="s3-rect-3">
            <a:extLst xmlns:a="http://schemas.openxmlformats.org/drawingml/2006/main">
              <a:ext uri="{FF2B5EF4-FFF2-40B4-BE49-F238E27FC236}">
                <a16:creationId xmlns:a16="http://schemas.microsoft.com/office/drawing/2014/main" id="{74C34394-DDC3-479E-B552-10A58778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3-text-4">
            <a:extLst xmlns:a="http://schemas.openxmlformats.org/drawingml/2006/main">
              <a:ext uri="{FF2B5EF4-FFF2-40B4-BE49-F238E27FC236}">
                <a16:creationId xmlns:a16="http://schemas.microsoft.com/office/drawing/2014/main" id="{E608DBA2-6C5A-47C9-88D8-A9C41BBE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Color con funciones claras</a:t>
            </a:r>
          </a:p>
        </p:txBody>
      </p:sp>
      <p:sp>
        <p:nvSpPr>
          <p:cNvPr id="6" name="s3-text-5">
            <a:extLst xmlns:a="http://schemas.openxmlformats.org/drawingml/2006/main">
              <a:ext uri="{FF2B5EF4-FFF2-40B4-BE49-F238E27FC236}">
                <a16:creationId xmlns:a16="http://schemas.microsoft.com/office/drawing/2014/main" id="{FFB98834-45EE-4751-B8AC-8FC351C8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marca aporta identidad. Los colores semánticos comunican el estado de una acción</a:t>
            </a:r>
          </a:p>
        </p:txBody>
      </p:sp>
      <p:sp>
        <p:nvSpPr>
          <p:cNvPr id="7" name="s3-text-6">
            <a:extLst xmlns:a="http://schemas.openxmlformats.org/drawingml/2006/main">
              <a:ext uri="{FF2B5EF4-FFF2-40B4-BE49-F238E27FC236}">
                <a16:creationId xmlns:a16="http://schemas.microsoft.com/office/drawing/2014/main" id="{F3D494A3-F42A-4923-8749-D94396DC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s3-rect-7">
            <a:extLst xmlns:a="http://schemas.openxmlformats.org/drawingml/2006/main">
              <a:ext uri="{FF2B5EF4-FFF2-40B4-BE49-F238E27FC236}">
                <a16:creationId xmlns:a16="http://schemas.microsoft.com/office/drawing/2014/main" id="{96727263-57A4-4235-99B6-0CDD0F57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514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9" name="s3-text-8">
            <a:extLst xmlns:a="http://schemas.openxmlformats.org/drawingml/2006/main">
              <a:ext uri="{FF2B5EF4-FFF2-40B4-BE49-F238E27FC236}">
                <a16:creationId xmlns:a16="http://schemas.microsoft.com/office/drawing/2014/main" id="{7C8175D2-3A03-4552-BFC2-BBC80704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381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Marca</a:t>
            </a:r>
          </a:p>
        </p:txBody>
      </p:sp>
      <p:sp>
        <p:nvSpPr>
          <p:cNvPr id="10" name="s3-text-9">
            <a:extLst xmlns:a="http://schemas.openxmlformats.org/drawingml/2006/main">
              <a:ext uri="{FF2B5EF4-FFF2-40B4-BE49-F238E27FC236}">
                <a16:creationId xmlns:a16="http://schemas.microsoft.com/office/drawing/2014/main" id="{2CF7888C-CA3A-4D0A-919B-4EBE9DFD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571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#092B8B  brand.primary</a:t>
            </a:r>
          </a:p>
        </p:txBody>
      </p:sp>
      <p:sp>
        <p:nvSpPr>
          <p:cNvPr id="11" name="s3-rect-10">
            <a:extLst xmlns:a="http://schemas.openxmlformats.org/drawingml/2006/main">
              <a:ext uri="{FF2B5EF4-FFF2-40B4-BE49-F238E27FC236}">
                <a16:creationId xmlns:a16="http://schemas.microsoft.com/office/drawing/2014/main" id="{2F9CBA2B-D8AB-4152-BF09-2372F1E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76450"/>
            <a:ext cx="2514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6EE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2" name="s3-text-11">
            <a:extLst xmlns:a="http://schemas.openxmlformats.org/drawingml/2006/main">
              <a:ext uri="{FF2B5EF4-FFF2-40B4-BE49-F238E27FC236}">
                <a16:creationId xmlns:a16="http://schemas.microsoft.com/office/drawing/2014/main" id="{4E4A3A56-66D5-43DF-B0EB-9C4CAA56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81300"/>
            <a:ext cx="2381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Lienzo</a:t>
            </a:r>
          </a:p>
        </p:txBody>
      </p:sp>
      <p:sp>
        <p:nvSpPr>
          <p:cNvPr id="13" name="s3-text-12">
            <a:extLst xmlns:a="http://schemas.openxmlformats.org/drawingml/2006/main">
              <a:ext uri="{FF2B5EF4-FFF2-40B4-BE49-F238E27FC236}">
                <a16:creationId xmlns:a16="http://schemas.microsoft.com/office/drawing/2014/main" id="{DD851767-B5A9-4F4A-A9F5-CEA3458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2571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#FBF6EE  surface.canvas</a:t>
            </a:r>
          </a:p>
        </p:txBody>
      </p:sp>
      <p:sp>
        <p:nvSpPr>
          <p:cNvPr id="14" name="s3-rect-13">
            <a:extLst xmlns:a="http://schemas.openxmlformats.org/drawingml/2006/main">
              <a:ext uri="{FF2B5EF4-FFF2-40B4-BE49-F238E27FC236}">
                <a16:creationId xmlns:a16="http://schemas.microsoft.com/office/drawing/2014/main" id="{EB1D2A6B-F1CF-46DD-9087-6AAF4E1A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2514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15" name="s3-text-14">
            <a:extLst xmlns:a="http://schemas.openxmlformats.org/drawingml/2006/main">
              <a:ext uri="{FF2B5EF4-FFF2-40B4-BE49-F238E27FC236}">
                <a16:creationId xmlns:a16="http://schemas.microsoft.com/office/drawing/2014/main" id="{5E64DCCD-69CC-4E23-842D-F55B766D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381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Superficie</a:t>
            </a:r>
          </a:p>
        </p:txBody>
      </p:sp>
      <p:sp>
        <p:nvSpPr>
          <p:cNvPr id="16" name="s3-text-15">
            <a:extLst xmlns:a="http://schemas.openxmlformats.org/drawingml/2006/main">
              <a:ext uri="{FF2B5EF4-FFF2-40B4-BE49-F238E27FC236}">
                <a16:creationId xmlns:a16="http://schemas.microsoft.com/office/drawing/2014/main" id="{CBCB0E80-5396-4DFF-ADF6-5F94CD2D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38475"/>
            <a:ext cx="2571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#FFFAF3  surface.raised</a:t>
            </a:r>
          </a:p>
        </p:txBody>
      </p:sp>
      <p:sp>
        <p:nvSpPr>
          <p:cNvPr id="17" name="s3-rect-16">
            <a:extLst xmlns:a="http://schemas.openxmlformats.org/drawingml/2006/main">
              <a:ext uri="{FF2B5EF4-FFF2-40B4-BE49-F238E27FC236}">
                <a16:creationId xmlns:a16="http://schemas.microsoft.com/office/drawing/2014/main" id="{1278E10F-E235-45CE-ADC4-44E8560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2514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C52"/>
          </a:solidFill>
          <a:ln xmlns:a="http://schemas.openxmlformats.org/drawingml/2006/main" w="0">
            <a:noFill/>
          </a:ln>
        </p:spPr>
      </p:sp>
      <p:sp>
        <p:nvSpPr>
          <p:cNvPr id="18" name="s3-text-17">
            <a:extLst xmlns:a="http://schemas.openxmlformats.org/drawingml/2006/main">
              <a:ext uri="{FF2B5EF4-FFF2-40B4-BE49-F238E27FC236}">
                <a16:creationId xmlns:a16="http://schemas.microsoft.com/office/drawing/2014/main" id="{2A238E9F-5848-43F4-9820-51E64F46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381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Texto</a:t>
            </a:r>
          </a:p>
        </p:txBody>
      </p:sp>
      <p:sp>
        <p:nvSpPr>
          <p:cNvPr id="19" name="s3-text-18">
            <a:extLst xmlns:a="http://schemas.openxmlformats.org/drawingml/2006/main">
              <a:ext uri="{FF2B5EF4-FFF2-40B4-BE49-F238E27FC236}">
                <a16:creationId xmlns:a16="http://schemas.microsoft.com/office/drawing/2014/main" id="{1973F319-DC45-42B9-9603-F089EC96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571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#172C52  text.primary</a:t>
            </a:r>
          </a:p>
        </p:txBody>
      </p:sp>
      <p:sp>
        <p:nvSpPr>
          <p:cNvPr id="20" name="s3-rect-19">
            <a:extLst xmlns:a="http://schemas.openxmlformats.org/drawingml/2006/main">
              <a:ext uri="{FF2B5EF4-FFF2-40B4-BE49-F238E27FC236}">
                <a16:creationId xmlns:a16="http://schemas.microsoft.com/office/drawing/2014/main" id="{B0BDEF88-F1E9-437D-ACB2-D38F490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14725"/>
            <a:ext cx="2514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6638"/>
          </a:solidFill>
          <a:ln xmlns:a="http://schemas.openxmlformats.org/drawingml/2006/main" w="0">
            <a:noFill/>
          </a:ln>
        </p:spPr>
      </p:sp>
      <p:sp>
        <p:nvSpPr>
          <p:cNvPr id="21" name="s3-text-20">
            <a:extLst xmlns:a="http://schemas.openxmlformats.org/drawingml/2006/main">
              <a:ext uri="{FF2B5EF4-FFF2-40B4-BE49-F238E27FC236}">
                <a16:creationId xmlns:a16="http://schemas.microsoft.com/office/drawing/2014/main" id="{5F9905F6-0746-4328-A49B-8E852C6F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219575"/>
            <a:ext cx="2381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Acento</a:t>
            </a:r>
          </a:p>
        </p:txBody>
      </p:sp>
      <p:sp>
        <p:nvSpPr>
          <p:cNvPr id="22" name="s3-text-21">
            <a:extLst xmlns:a="http://schemas.openxmlformats.org/drawingml/2006/main">
              <a:ext uri="{FF2B5EF4-FFF2-40B4-BE49-F238E27FC236}">
                <a16:creationId xmlns:a16="http://schemas.microsoft.com/office/drawing/2014/main" id="{C59CE4D2-F37D-4123-B090-ABD36B36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476750"/>
            <a:ext cx="2571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#FF6638  accent.decorative</a:t>
            </a:r>
          </a:p>
        </p:txBody>
      </p:sp>
      <p:sp>
        <p:nvSpPr>
          <p:cNvPr id="23" name="s3-rect-22">
            <a:extLst xmlns:a="http://schemas.openxmlformats.org/drawingml/2006/main">
              <a:ext uri="{FF2B5EF4-FFF2-40B4-BE49-F238E27FC236}">
                <a16:creationId xmlns:a16="http://schemas.microsoft.com/office/drawing/2014/main" id="{7CE7AC63-DA51-4E04-BFF6-645D6B6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14725"/>
            <a:ext cx="251460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4" name="s3-text-23">
            <a:extLst xmlns:a="http://schemas.openxmlformats.org/drawingml/2006/main">
              <a:ext uri="{FF2B5EF4-FFF2-40B4-BE49-F238E27FC236}">
                <a16:creationId xmlns:a16="http://schemas.microsoft.com/office/drawing/2014/main" id="{CA37A46C-3E15-4CD3-9D2F-6BD02ED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9575"/>
            <a:ext cx="2381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Borde</a:t>
            </a:r>
          </a:p>
        </p:txBody>
      </p:sp>
      <p:sp>
        <p:nvSpPr>
          <p:cNvPr id="25" name="s3-text-24">
            <a:extLst xmlns:a="http://schemas.openxmlformats.org/drawingml/2006/main">
              <a:ext uri="{FF2B5EF4-FFF2-40B4-BE49-F238E27FC236}">
                <a16:creationId xmlns:a16="http://schemas.microsoft.com/office/drawing/2014/main" id="{1B12D75F-A95B-42C1-91FC-8F231AB9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2571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#DDDCD3  border.subtle</a:t>
            </a:r>
          </a:p>
        </p:txBody>
      </p:sp>
      <p:sp>
        <p:nvSpPr>
          <p:cNvPr id="26" name="s3-rect-25">
            <a:extLst xmlns:a="http://schemas.openxmlformats.org/drawingml/2006/main">
              <a:ext uri="{FF2B5EF4-FFF2-40B4-BE49-F238E27FC236}">
                <a16:creationId xmlns:a16="http://schemas.microsoft.com/office/drawing/2014/main" id="{751FEE08-E619-4A64-9FF7-39DC2A1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</a:ln>
        </p:spPr>
      </p:sp>
      <p:sp>
        <p:nvSpPr>
          <p:cNvPr id="27" name="s3-text-26">
            <a:extLst xmlns:a="http://schemas.openxmlformats.org/drawingml/2006/main">
              <a:ext uri="{FF2B5EF4-FFF2-40B4-BE49-F238E27FC236}">
                <a16:creationId xmlns:a16="http://schemas.microsoft.com/office/drawing/2014/main" id="{CDAFF650-65CE-4CE8-A5CF-E530CE69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16249"/>
                </a:solidFill>
                <a:latin typeface="Arial"/>
                <a:ea typeface="Arial"/>
                <a:cs typeface="Arial"/>
              </a:rPr>
              <a:t>Correcto</a:t>
            </a:r>
          </a:p>
        </p:txBody>
      </p:sp>
      <p:sp>
        <p:nvSpPr>
          <p:cNvPr id="28" name="s3-rect-27">
            <a:extLst xmlns:a="http://schemas.openxmlformats.org/drawingml/2006/main">
              <a:ext uri="{FF2B5EF4-FFF2-40B4-BE49-F238E27FC236}">
                <a16:creationId xmlns:a16="http://schemas.microsoft.com/office/drawing/2014/main" id="{6553DC67-A98C-4167-8CC6-A1093A99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153025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noFill/>
          </a:ln>
        </p:spPr>
      </p:sp>
      <p:sp>
        <p:nvSpPr>
          <p:cNvPr id="29" name="s3-text-28">
            <a:extLst xmlns:a="http://schemas.openxmlformats.org/drawingml/2006/main">
              <a:ext uri="{FF2B5EF4-FFF2-40B4-BE49-F238E27FC236}">
                <a16:creationId xmlns:a16="http://schemas.microsoft.com/office/drawing/2014/main" id="{88585B16-42AE-4EAB-9747-119B12BA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00650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1510C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30" name="s3-rect-29">
            <a:extLst xmlns:a="http://schemas.openxmlformats.org/drawingml/2006/main">
              <a:ext uri="{FF2B5EF4-FFF2-40B4-BE49-F238E27FC236}">
                <a16:creationId xmlns:a16="http://schemas.microsoft.com/office/drawing/2014/main" id="{5C0F041F-277C-4A7A-A45A-EB91281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53025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CEA"/>
          </a:solidFill>
          <a:ln xmlns:a="http://schemas.openxmlformats.org/drawingml/2006/main" w="0">
            <a:noFill/>
          </a:ln>
        </p:spPr>
      </p:sp>
      <p:sp>
        <p:nvSpPr>
          <p:cNvPr id="31" name="s3-text-30">
            <a:extLst xmlns:a="http://schemas.openxmlformats.org/drawingml/2006/main">
              <a:ext uri="{FF2B5EF4-FFF2-40B4-BE49-F238E27FC236}">
                <a16:creationId xmlns:a16="http://schemas.microsoft.com/office/drawing/2014/main" id="{1F265C3E-1DAF-4E1E-893D-C40BD39D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00650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32" name="s3-rect-31">
            <a:extLst xmlns:a="http://schemas.openxmlformats.org/drawingml/2006/main">
              <a:ext uri="{FF2B5EF4-FFF2-40B4-BE49-F238E27FC236}">
                <a16:creationId xmlns:a16="http://schemas.microsoft.com/office/drawing/2014/main" id="{13EB6C0A-FF5A-4918-A2E3-C92AC9D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53025"/>
            <a:ext cx="1476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3" name="s3-text-32">
            <a:extLst xmlns:a="http://schemas.openxmlformats.org/drawingml/2006/main">
              <a:ext uri="{FF2B5EF4-FFF2-40B4-BE49-F238E27FC236}">
                <a16:creationId xmlns:a16="http://schemas.microsoft.com/office/drawing/2014/main" id="{4897EDCF-6C39-4B84-B2D8-21368619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00650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Información</a:t>
            </a:r>
          </a:p>
        </p:txBody>
      </p:sp>
      <p:sp>
        <p:nvSpPr>
          <p:cNvPr id="34" name="s3-rect-33">
            <a:extLst xmlns:a="http://schemas.openxmlformats.org/drawingml/2006/main">
              <a:ext uri="{FF2B5EF4-FFF2-40B4-BE49-F238E27FC236}">
                <a16:creationId xmlns:a16="http://schemas.microsoft.com/office/drawing/2014/main" id="{89B5BF27-8480-4C92-A868-E4C1D5D9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35" name="s3-text-34">
            <a:extLst xmlns:a="http://schemas.openxmlformats.org/drawingml/2006/main">
              <a:ext uri="{FF2B5EF4-FFF2-40B4-BE49-F238E27FC236}">
                <a16:creationId xmlns:a16="http://schemas.microsoft.com/office/drawing/2014/main" id="{3089BB9C-4A70-4198-8237-080EE75E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36" name="s3-text-35">
            <a:extLst xmlns:a="http://schemas.openxmlformats.org/drawingml/2006/main">
              <a:ext uri="{FF2B5EF4-FFF2-40B4-BE49-F238E27FC236}">
                <a16:creationId xmlns:a16="http://schemas.microsoft.com/office/drawing/2014/main" id="{3E900D61-0DDA-47A0-9655-83D13A7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Contraste</a:t>
            </a:r>
          </a:p>
        </p:txBody>
      </p:sp>
      <p:sp>
        <p:nvSpPr>
          <p:cNvPr id="37" name="s3-text-36">
            <a:extLst xmlns:a="http://schemas.openxmlformats.org/drawingml/2006/main">
              <a:ext uri="{FF2B5EF4-FFF2-40B4-BE49-F238E27FC236}">
                <a16:creationId xmlns:a16="http://schemas.microsoft.com/office/drawing/2014/main" id="{EF2EB866-AD7C-42DF-A4F9-6CEE554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Azul sobre crema: 11.3:1. Texto normal: objetivo mínimo 4,5:1.</a:t>
            </a:r>
          </a:p>
        </p:txBody>
      </p:sp>
      <p:sp>
        <p:nvSpPr>
          <p:cNvPr id="38" name="s3-text-37">
            <a:extLst xmlns:a="http://schemas.openxmlformats.org/drawingml/2006/main">
              <a:ext uri="{FF2B5EF4-FFF2-40B4-BE49-F238E27FC236}">
                <a16:creationId xmlns:a16="http://schemas.microsoft.com/office/drawing/2014/main" id="{8E8B4579-0DB2-4DCE-85FC-B9BC7990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Semántica</a:t>
            </a:r>
          </a:p>
        </p:txBody>
      </p:sp>
      <p:sp>
        <p:nvSpPr>
          <p:cNvPr id="39" name="s3-text-38">
            <a:extLst xmlns:a="http://schemas.openxmlformats.org/drawingml/2006/main">
              <a:ext uri="{FF2B5EF4-FFF2-40B4-BE49-F238E27FC236}">
                <a16:creationId xmlns:a16="http://schemas.microsoft.com/office/drawing/2014/main" id="{B696B648-28DD-4ED7-B764-217348E5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Error, éxito e información incluyen texto o un icono reconocible.</a:t>
            </a:r>
          </a:p>
        </p:txBody>
      </p:sp>
      <p:sp>
        <p:nvSpPr>
          <p:cNvPr id="40" name="s3-text-39">
            <a:extLst xmlns:a="http://schemas.openxmlformats.org/drawingml/2006/main">
              <a:ext uri="{FF2B5EF4-FFF2-40B4-BE49-F238E27FC236}">
                <a16:creationId xmlns:a16="http://schemas.microsoft.com/office/drawing/2014/main" id="{4256FD2C-79C5-420F-A453-8A088015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Acento coral</a:t>
            </a:r>
          </a:p>
        </p:txBody>
      </p:sp>
      <p:sp>
        <p:nvSpPr>
          <p:cNvPr id="41" name="s3-text-40">
            <a:extLst xmlns:a="http://schemas.openxmlformats.org/drawingml/2006/main">
              <a:ext uri="{FF2B5EF4-FFF2-40B4-BE49-F238E27FC236}">
                <a16:creationId xmlns:a16="http://schemas.microsoft.com/office/drawing/2014/main" id="{EE718692-ECFE-4689-AB4F-1808E2C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Reservado para detalles y énfasis. Los botones principales mantienen el azul.</a:t>
            </a:r>
          </a:p>
        </p:txBody>
      </p:sp>
      <p:sp>
        <p:nvSpPr>
          <p:cNvPr id="42" name="s3-rect-41">
            <a:extLst xmlns:a="http://schemas.openxmlformats.org/drawingml/2006/main">
              <a:ext uri="{FF2B5EF4-FFF2-40B4-BE49-F238E27FC236}">
                <a16:creationId xmlns:a16="http://schemas.microsoft.com/office/drawing/2014/main" id="{4487096B-34EF-4B15-9A88-14BD872C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43" name="s3-text-42">
            <a:extLst xmlns:a="http://schemas.openxmlformats.org/drawingml/2006/main">
              <a:ext uri="{FF2B5EF4-FFF2-40B4-BE49-F238E27FC236}">
                <a16:creationId xmlns:a16="http://schemas.microsoft.com/office/drawing/2014/main" id="{E6513523-F953-40C6-B0F8-3E895815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componentes consumen nombres semánticos. Cambiar un token actualiza todas sus apariciones.</a:t>
            </a:r>
          </a:p>
        </p:txBody>
      </p:sp>
    </p:spTree>
    <p:extLst>
      <p:ext uri="{BB962C8B-B14F-4D97-AF65-F5344CB8AC3E}">
        <p14:creationId xmlns:p14="http://schemas.microsoft.com/office/powerpoint/2010/main" val="181441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4-rect-0">
            <a:extLst xmlns:a="http://schemas.openxmlformats.org/drawingml/2006/main">
              <a:ext uri="{FF2B5EF4-FFF2-40B4-BE49-F238E27FC236}">
                <a16:creationId xmlns:a16="http://schemas.microsoft.com/office/drawing/2014/main" id="{72F95668-566D-425A-A178-DD180589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4-text-1">
            <a:extLst xmlns:a="http://schemas.openxmlformats.org/drawingml/2006/main">
              <a:ext uri="{FF2B5EF4-FFF2-40B4-BE49-F238E27FC236}">
                <a16:creationId xmlns:a16="http://schemas.microsoft.com/office/drawing/2014/main" id="{E7230D2F-56E7-455D-8883-6256ED9C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4-text-2">
            <a:extLst xmlns:a="http://schemas.openxmlformats.org/drawingml/2006/main">
              <a:ext uri="{FF2B5EF4-FFF2-40B4-BE49-F238E27FC236}">
                <a16:creationId xmlns:a16="http://schemas.microsoft.com/office/drawing/2014/main" id="{1CAC20A5-44CD-4BEE-899C-B02BBD96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4" name="s4-rect-3">
            <a:extLst xmlns:a="http://schemas.openxmlformats.org/drawingml/2006/main">
              <a:ext uri="{FF2B5EF4-FFF2-40B4-BE49-F238E27FC236}">
                <a16:creationId xmlns:a16="http://schemas.microsoft.com/office/drawing/2014/main" id="{6B6FEAB8-D681-418F-9486-E93E583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4-text-4">
            <a:extLst xmlns:a="http://schemas.openxmlformats.org/drawingml/2006/main">
              <a:ext uri="{FF2B5EF4-FFF2-40B4-BE49-F238E27FC236}">
                <a16:creationId xmlns:a16="http://schemas.microsoft.com/office/drawing/2014/main" id="{848D0993-B7AF-419C-841F-F47BB2D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Tipografía y jerarquía</a:t>
            </a:r>
          </a:p>
        </p:txBody>
      </p:sp>
      <p:sp>
        <p:nvSpPr>
          <p:cNvPr id="6" name="s4-text-5">
            <a:extLst xmlns:a="http://schemas.openxmlformats.org/drawingml/2006/main">
              <a:ext uri="{FF2B5EF4-FFF2-40B4-BE49-F238E27FC236}">
                <a16:creationId xmlns:a16="http://schemas.microsoft.com/office/drawing/2014/main" id="{99C74BA6-9B24-4707-B54D-3A09A72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Georgia para expresión editorial. Arial para lectura y controles</a:t>
            </a:r>
          </a:p>
        </p:txBody>
      </p:sp>
      <p:sp>
        <p:nvSpPr>
          <p:cNvPr id="7" name="s4-text-6">
            <a:extLst xmlns:a="http://schemas.openxmlformats.org/drawingml/2006/main">
              <a:ext uri="{FF2B5EF4-FFF2-40B4-BE49-F238E27FC236}">
                <a16:creationId xmlns:a16="http://schemas.microsoft.com/office/drawing/2014/main" id="{633CA84C-B6C7-4F76-A5EF-2A4A02A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s4-text-7">
            <a:extLst xmlns:a="http://schemas.openxmlformats.org/drawingml/2006/main">
              <a:ext uri="{FF2B5EF4-FFF2-40B4-BE49-F238E27FC236}">
                <a16:creationId xmlns:a16="http://schemas.microsoft.com/office/drawing/2014/main" id="{2AB7885C-5491-4657-A194-3813F61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46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Pequeños objetos</a:t>
            </a:r>
          </a:p>
        </p:txBody>
      </p:sp>
      <p:sp>
        <p:nvSpPr>
          <p:cNvPr id="9" name="s4-text-8">
            <a:extLst xmlns:a="http://schemas.openxmlformats.org/drawingml/2006/main">
              <a:ext uri="{FF2B5EF4-FFF2-40B4-BE49-F238E27FC236}">
                <a16:creationId xmlns:a16="http://schemas.microsoft.com/office/drawing/2014/main" id="{2CE86910-E960-4C5B-9F9D-39D11453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7810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DISPLAY / 64 PX / INTERLINEADO 1,05</a:t>
            </a:r>
          </a:p>
        </p:txBody>
      </p:sp>
      <p:sp>
        <p:nvSpPr>
          <p:cNvPr id="10" name="s4-text-9">
            <a:extLst xmlns:a="http://schemas.openxmlformats.org/drawingml/2006/main">
              <a:ext uri="{FF2B5EF4-FFF2-40B4-BE49-F238E27FC236}">
                <a16:creationId xmlns:a16="http://schemas.microsoft.com/office/drawing/2014/main" id="{C37637B6-1215-4FE0-B35E-61CEAF2A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Títulos que orientan</a:t>
            </a:r>
          </a:p>
        </p:txBody>
      </p:sp>
      <p:sp>
        <p:nvSpPr>
          <p:cNvPr id="11" name="s4-text-10">
            <a:extLst xmlns:a="http://schemas.openxmlformats.org/drawingml/2006/main">
              <a:ext uri="{FF2B5EF4-FFF2-40B4-BE49-F238E27FC236}">
                <a16:creationId xmlns:a16="http://schemas.microsoft.com/office/drawing/2014/main" id="{4C6A260A-69D2-4F3B-A5AE-7ADBBA2A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7810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HEADING / 40 PX / INTERLINEADO 1,15</a:t>
            </a:r>
          </a:p>
        </p:txBody>
      </p:sp>
      <p:sp>
        <p:nvSpPr>
          <p:cNvPr id="12" name="s4-text-11">
            <a:extLst xmlns:a="http://schemas.openxmlformats.org/drawingml/2006/main">
              <a:ext uri="{FF2B5EF4-FFF2-40B4-BE49-F238E27FC236}">
                <a16:creationId xmlns:a16="http://schemas.microsoft.com/office/drawing/2014/main" id="{BC3AC7B1-CAD4-41B2-9416-7FE99809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81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Un texto claro ayuda a elegir y a seguir adelante.</a:t>
            </a:r>
          </a:p>
        </p:txBody>
      </p:sp>
      <p:sp>
        <p:nvSpPr>
          <p:cNvPr id="13" name="s4-text-12">
            <a:extLst xmlns:a="http://schemas.openxmlformats.org/drawingml/2006/main">
              <a:ext uri="{FF2B5EF4-FFF2-40B4-BE49-F238E27FC236}">
                <a16:creationId xmlns:a16="http://schemas.microsoft.com/office/drawing/2014/main" id="{82EBA068-BC17-4175-984A-B3440D6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78105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interfaz usa una base de 16 px y un interlineado de 1,5.</a:t>
            </a:r>
          </a:p>
        </p:txBody>
      </p:sp>
      <p:sp>
        <p:nvSpPr>
          <p:cNvPr id="14" name="s4-text-13">
            <a:extLst xmlns:a="http://schemas.openxmlformats.org/drawingml/2006/main">
              <a:ext uri="{FF2B5EF4-FFF2-40B4-BE49-F238E27FC236}">
                <a16:creationId xmlns:a16="http://schemas.microsoft.com/office/drawing/2014/main" id="{04A52FC5-4460-4E5D-BE07-93E9A426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8575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Etiqueta de campo</a:t>
            </a:r>
          </a:p>
        </p:txBody>
      </p:sp>
      <p:sp>
        <p:nvSpPr>
          <p:cNvPr id="15" name="s4-text-14">
            <a:extLst xmlns:a="http://schemas.openxmlformats.org/drawingml/2006/main">
              <a:ext uri="{FF2B5EF4-FFF2-40B4-BE49-F238E27FC236}">
                <a16:creationId xmlns:a16="http://schemas.microsoft.com/office/drawing/2014/main" id="{FFBFFECA-9141-4A91-9559-038A113B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24475"/>
            <a:ext cx="3429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Ayuda secundaria · 12 px</a:t>
            </a:r>
          </a:p>
        </p:txBody>
      </p:sp>
      <p:sp>
        <p:nvSpPr>
          <p:cNvPr id="16" name="s4-rect-15">
            <a:extLst xmlns:a="http://schemas.openxmlformats.org/drawingml/2006/main">
              <a:ext uri="{FF2B5EF4-FFF2-40B4-BE49-F238E27FC236}">
                <a16:creationId xmlns:a16="http://schemas.microsoft.com/office/drawing/2014/main" id="{75F7FC0A-0B0B-4404-A408-86BC41F4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7" name="s4-text-16">
            <a:extLst xmlns:a="http://schemas.openxmlformats.org/drawingml/2006/main">
              <a:ext uri="{FF2B5EF4-FFF2-40B4-BE49-F238E27FC236}">
                <a16:creationId xmlns:a16="http://schemas.microsoft.com/office/drawing/2014/main" id="{4421EB99-398B-49A0-978C-57ED176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18" name="s4-text-17">
            <a:extLst xmlns:a="http://schemas.openxmlformats.org/drawingml/2006/main">
              <a:ext uri="{FF2B5EF4-FFF2-40B4-BE49-F238E27FC236}">
                <a16:creationId xmlns:a16="http://schemas.microsoft.com/office/drawing/2014/main" id="{9D4C0B4C-2AEE-44AF-AF70-FB19DD20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Escala propuesta</a:t>
            </a:r>
          </a:p>
        </p:txBody>
      </p:sp>
      <p:sp>
        <p:nvSpPr>
          <p:cNvPr id="19" name="s4-text-18">
            <a:extLst xmlns:a="http://schemas.openxmlformats.org/drawingml/2006/main">
              <a:ext uri="{FF2B5EF4-FFF2-40B4-BE49-F238E27FC236}">
                <a16:creationId xmlns:a16="http://schemas.microsoft.com/office/drawing/2014/main" id="{2AC7D85A-01E2-470E-B237-EBC2623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Display 64 / título 40 / subtítulo 28 / cuerpo 16 / etiqueta 14 / ayuda 12.</a:t>
            </a:r>
          </a:p>
        </p:txBody>
      </p:sp>
      <p:sp>
        <p:nvSpPr>
          <p:cNvPr id="20" name="s4-text-19">
            <a:extLst xmlns:a="http://schemas.openxmlformats.org/drawingml/2006/main">
              <a:ext uri="{FF2B5EF4-FFF2-40B4-BE49-F238E27FC236}">
                <a16:creationId xmlns:a16="http://schemas.microsoft.com/office/drawing/2014/main" id="{87329C30-64B7-4722-AE81-A43A32E3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Legibilidad</a:t>
            </a:r>
          </a:p>
        </p:txBody>
      </p:sp>
      <p:sp>
        <p:nvSpPr>
          <p:cNvPr id="21" name="s4-text-20">
            <a:extLst xmlns:a="http://schemas.openxmlformats.org/drawingml/2006/main">
              <a:ext uri="{FF2B5EF4-FFF2-40B4-BE49-F238E27FC236}">
                <a16:creationId xmlns:a16="http://schemas.microsoft.com/office/drawing/2014/main" id="{F7060F7E-343C-4B6F-9A14-6FC75CE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texto de controles permanece legible sin depender del tamaño del titular.</a:t>
            </a:r>
          </a:p>
        </p:txBody>
      </p:sp>
      <p:sp>
        <p:nvSpPr>
          <p:cNvPr id="22" name="s4-text-21">
            <a:extLst xmlns:a="http://schemas.openxmlformats.org/drawingml/2006/main">
              <a:ext uri="{FF2B5EF4-FFF2-40B4-BE49-F238E27FC236}">
                <a16:creationId xmlns:a16="http://schemas.microsoft.com/office/drawing/2014/main" id="{7A137A0E-5921-4BBB-A1B1-67F6D4C7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Contenido flexible</a:t>
            </a:r>
          </a:p>
        </p:txBody>
      </p:sp>
      <p:sp>
        <p:nvSpPr>
          <p:cNvPr id="23" name="s4-text-22">
            <a:extLst xmlns:a="http://schemas.openxmlformats.org/drawingml/2006/main">
              <a:ext uri="{FF2B5EF4-FFF2-40B4-BE49-F238E27FC236}">
                <a16:creationId xmlns:a16="http://schemas.microsoft.com/office/drawing/2014/main" id="{096FC0A8-058E-4D0D-B91D-0DBC3FB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títulos permiten saltos de línea. Los botones usan etiquetas breves.</a:t>
            </a:r>
          </a:p>
        </p:txBody>
      </p:sp>
      <p:sp>
        <p:nvSpPr>
          <p:cNvPr id="24" name="s4-rect-23">
            <a:extLst xmlns:a="http://schemas.openxmlformats.org/drawingml/2006/main">
              <a:ext uri="{FF2B5EF4-FFF2-40B4-BE49-F238E27FC236}">
                <a16:creationId xmlns:a16="http://schemas.microsoft.com/office/drawing/2014/main" id="{F4B35A3A-0D1A-49DD-B883-24A635DC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5" name="s4-text-24">
            <a:extLst xmlns:a="http://schemas.openxmlformats.org/drawingml/2006/main">
              <a:ext uri="{FF2B5EF4-FFF2-40B4-BE49-F238E27FC236}">
                <a16:creationId xmlns:a16="http://schemas.microsoft.com/office/drawing/2014/main" id="{89138FF6-E384-49A0-8652-6294C668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escala amplía el tamaño de lectura de la primera portada y sirve de base para los nuevos componentes.</a:t>
            </a:r>
          </a:p>
        </p:txBody>
      </p:sp>
    </p:spTree>
    <p:extLst>
      <p:ext uri="{BB962C8B-B14F-4D97-AF65-F5344CB8AC3E}">
        <p14:creationId xmlns:p14="http://schemas.microsoft.com/office/powerpoint/2010/main" val="1477947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5-rect-0">
            <a:extLst xmlns:a="http://schemas.openxmlformats.org/drawingml/2006/main">
              <a:ext uri="{FF2B5EF4-FFF2-40B4-BE49-F238E27FC236}">
                <a16:creationId xmlns:a16="http://schemas.microsoft.com/office/drawing/2014/main" id="{B2E1D95C-2F9A-40D6-9B30-45A2E98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5-text-1">
            <a:extLst xmlns:a="http://schemas.openxmlformats.org/drawingml/2006/main">
              <a:ext uri="{FF2B5EF4-FFF2-40B4-BE49-F238E27FC236}">
                <a16:creationId xmlns:a16="http://schemas.microsoft.com/office/drawing/2014/main" id="{01A31A12-2C6B-43ED-842D-BB98BDA1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5-text-2">
            <a:extLst xmlns:a="http://schemas.openxmlformats.org/drawingml/2006/main">
              <a:ext uri="{FF2B5EF4-FFF2-40B4-BE49-F238E27FC236}">
                <a16:creationId xmlns:a16="http://schemas.microsoft.com/office/drawing/2014/main" id="{79F7941D-2113-444D-994C-74D6156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4" name="s5-rect-3">
            <a:extLst xmlns:a="http://schemas.openxmlformats.org/drawingml/2006/main">
              <a:ext uri="{FF2B5EF4-FFF2-40B4-BE49-F238E27FC236}">
                <a16:creationId xmlns:a16="http://schemas.microsoft.com/office/drawing/2014/main" id="{1FFB2740-1C89-4ED3-A308-CE1D1B21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5-text-4">
            <a:extLst xmlns:a="http://schemas.openxmlformats.org/drawingml/2006/main">
              <a:ext uri="{FF2B5EF4-FFF2-40B4-BE49-F238E27FC236}">
                <a16:creationId xmlns:a16="http://schemas.microsoft.com/office/drawing/2014/main" id="{055782AF-FE67-4027-9787-923D62C4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Espacio y retícula</a:t>
            </a:r>
          </a:p>
        </p:txBody>
      </p:sp>
      <p:sp>
        <p:nvSpPr>
          <p:cNvPr id="6" name="s5-text-5">
            <a:extLst xmlns:a="http://schemas.openxmlformats.org/drawingml/2006/main">
              <a:ext uri="{FF2B5EF4-FFF2-40B4-BE49-F238E27FC236}">
                <a16:creationId xmlns:a16="http://schemas.microsoft.com/office/drawing/2014/main" id="{4BBC737C-94F5-4E31-825B-84BA0FEA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Una escala de 4 px mantiene el ritmo entre componentes y grupos</a:t>
            </a:r>
          </a:p>
        </p:txBody>
      </p:sp>
      <p:sp>
        <p:nvSpPr>
          <p:cNvPr id="7" name="s5-text-6">
            <a:extLst xmlns:a="http://schemas.openxmlformats.org/drawingml/2006/main">
              <a:ext uri="{FF2B5EF4-FFF2-40B4-BE49-F238E27FC236}">
                <a16:creationId xmlns:a16="http://schemas.microsoft.com/office/drawing/2014/main" id="{0A0D1D73-D2AC-405B-BF0A-EEC36711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s5-rect-7">
            <a:extLst xmlns:a="http://schemas.openxmlformats.org/drawingml/2006/main">
              <a:ext uri="{FF2B5EF4-FFF2-40B4-BE49-F238E27FC236}">
                <a16:creationId xmlns:a16="http://schemas.microsoft.com/office/drawing/2014/main" id="{A36EC78C-B522-4DF8-84EC-DA19E64D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" cy="590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9" name="s5-text-8">
            <a:extLst xmlns:a="http://schemas.openxmlformats.org/drawingml/2006/main">
              <a:ext uri="{FF2B5EF4-FFF2-40B4-BE49-F238E27FC236}">
                <a16:creationId xmlns:a16="http://schemas.microsoft.com/office/drawing/2014/main" id="{295A65F1-2E01-4472-B4C8-D8E46981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s5-rect-9">
            <a:extLst xmlns:a="http://schemas.openxmlformats.org/drawingml/2006/main">
              <a:ext uri="{FF2B5EF4-FFF2-40B4-BE49-F238E27FC236}">
                <a16:creationId xmlns:a16="http://schemas.microsoft.com/office/drawing/2014/main" id="{1ADF1ABC-F1E1-49E3-90C4-5FAF861D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0300"/>
            <a:ext cx="76200" cy="5905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1" name="s5-text-10">
            <a:extLst xmlns:a="http://schemas.openxmlformats.org/drawingml/2006/main">
              <a:ext uri="{FF2B5EF4-FFF2-40B4-BE49-F238E27FC236}">
                <a16:creationId xmlns:a16="http://schemas.microsoft.com/office/drawing/2014/main" id="{6F590F85-C9A9-4733-8EB2-E843B968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s5-rect-11">
            <a:extLst xmlns:a="http://schemas.openxmlformats.org/drawingml/2006/main">
              <a:ext uri="{FF2B5EF4-FFF2-40B4-BE49-F238E27FC236}">
                <a16:creationId xmlns:a16="http://schemas.microsoft.com/office/drawing/2014/main" id="{DC934B79-A3C1-4C6E-B2B6-FC5188A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143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3" name="s5-text-12">
            <a:extLst xmlns:a="http://schemas.openxmlformats.org/drawingml/2006/main">
              <a:ext uri="{FF2B5EF4-FFF2-40B4-BE49-F238E27FC236}">
                <a16:creationId xmlns:a16="http://schemas.microsoft.com/office/drawing/2014/main" id="{85E65316-83AF-4535-98F6-8869822B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4" name="s5-rect-13">
            <a:extLst xmlns:a="http://schemas.openxmlformats.org/drawingml/2006/main">
              <a:ext uri="{FF2B5EF4-FFF2-40B4-BE49-F238E27FC236}">
                <a16:creationId xmlns:a16="http://schemas.microsoft.com/office/drawing/2014/main" id="{95257E36-A3F1-4F06-99C0-27D60AAF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152400" cy="5905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5" name="s5-text-14">
            <a:extLst xmlns:a="http://schemas.openxmlformats.org/drawingml/2006/main">
              <a:ext uri="{FF2B5EF4-FFF2-40B4-BE49-F238E27FC236}">
                <a16:creationId xmlns:a16="http://schemas.microsoft.com/office/drawing/2014/main" id="{ABDE6D91-A757-40ED-9DF0-CDB506FB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6" name="s5-rect-15">
            <a:extLst xmlns:a="http://schemas.openxmlformats.org/drawingml/2006/main">
              <a:ext uri="{FF2B5EF4-FFF2-40B4-BE49-F238E27FC236}">
                <a16:creationId xmlns:a16="http://schemas.microsoft.com/office/drawing/2014/main" id="{B7EF72F6-4151-4F85-A55A-BF427D9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28600" cy="5905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7" name="s5-text-16">
            <a:extLst xmlns:a="http://schemas.openxmlformats.org/drawingml/2006/main">
              <a:ext uri="{FF2B5EF4-FFF2-40B4-BE49-F238E27FC236}">
                <a16:creationId xmlns:a16="http://schemas.microsoft.com/office/drawing/2014/main" id="{F6DF0C97-7940-4EA2-9A39-342BD01E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8" name="s5-rect-17">
            <a:extLst xmlns:a="http://schemas.openxmlformats.org/drawingml/2006/main">
              <a:ext uri="{FF2B5EF4-FFF2-40B4-BE49-F238E27FC236}">
                <a16:creationId xmlns:a16="http://schemas.microsoft.com/office/drawing/2014/main" id="{C1EDA077-5789-4B4B-9CE1-B4A6E3A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00300"/>
            <a:ext cx="304800" cy="5905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9" name="s5-text-18">
            <a:extLst xmlns:a="http://schemas.openxmlformats.org/drawingml/2006/main">
              <a:ext uri="{FF2B5EF4-FFF2-40B4-BE49-F238E27FC236}">
                <a16:creationId xmlns:a16="http://schemas.microsoft.com/office/drawing/2014/main" id="{CDA7AF68-CC88-48AE-9386-8877E21F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0" name="s5-rect-19">
            <a:extLst xmlns:a="http://schemas.openxmlformats.org/drawingml/2006/main">
              <a:ext uri="{FF2B5EF4-FFF2-40B4-BE49-F238E27FC236}">
                <a16:creationId xmlns:a16="http://schemas.microsoft.com/office/drawing/2014/main" id="{8A3B0B47-692C-48F7-8211-D38C27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457200" cy="5905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1" name="s5-text-20">
            <a:extLst xmlns:a="http://schemas.openxmlformats.org/drawingml/2006/main">
              <a:ext uri="{FF2B5EF4-FFF2-40B4-BE49-F238E27FC236}">
                <a16:creationId xmlns:a16="http://schemas.microsoft.com/office/drawing/2014/main" id="{3BEC218B-3858-4454-A915-ACCDDD39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22" name="s5-rect-21">
            <a:extLst xmlns:a="http://schemas.openxmlformats.org/drawingml/2006/main">
              <a:ext uri="{FF2B5EF4-FFF2-40B4-BE49-F238E27FC236}">
                <a16:creationId xmlns:a16="http://schemas.microsoft.com/office/drawing/2014/main" id="{1A94ECA7-3EB8-4760-94E7-4D9FFBDF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6096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3" name="s5-text-22">
            <a:extLst xmlns:a="http://schemas.openxmlformats.org/drawingml/2006/main">
              <a:ext uri="{FF2B5EF4-FFF2-40B4-BE49-F238E27FC236}">
                <a16:creationId xmlns:a16="http://schemas.microsoft.com/office/drawing/2014/main" id="{8FBCBDED-B1B1-4A07-B273-E5C89A82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52775"/>
            <a:ext cx="857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24" name="s5-text-23">
            <a:extLst xmlns:a="http://schemas.openxmlformats.org/drawingml/2006/main">
              <a:ext uri="{FF2B5EF4-FFF2-40B4-BE49-F238E27FC236}">
                <a16:creationId xmlns:a16="http://schemas.microsoft.com/office/drawing/2014/main" id="{4FCA51D2-9245-46FD-A502-D9D28C8C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7715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ESCRITORIO / 12 COLUMNAS</a:t>
            </a:r>
          </a:p>
        </p:txBody>
      </p:sp>
      <p:sp>
        <p:nvSpPr>
          <p:cNvPr id="25" name="s5-rect-24">
            <a:extLst xmlns:a="http://schemas.openxmlformats.org/drawingml/2006/main">
              <a:ext uri="{FF2B5EF4-FFF2-40B4-BE49-F238E27FC236}">
                <a16:creationId xmlns:a16="http://schemas.microsoft.com/office/drawing/2014/main" id="{939E07D8-496A-4558-ABE1-05C49170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6" name="s5-rect-25">
            <a:extLst xmlns:a="http://schemas.openxmlformats.org/drawingml/2006/main">
              <a:ext uri="{FF2B5EF4-FFF2-40B4-BE49-F238E27FC236}">
                <a16:creationId xmlns:a16="http://schemas.microsoft.com/office/drawing/2014/main" id="{8238D3D3-085D-4AFF-8CC2-AA7F4A31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27" name="s5-rect-26">
            <a:extLst xmlns:a="http://schemas.openxmlformats.org/drawingml/2006/main">
              <a:ext uri="{FF2B5EF4-FFF2-40B4-BE49-F238E27FC236}">
                <a16:creationId xmlns:a16="http://schemas.microsoft.com/office/drawing/2014/main" id="{1A94D678-1D54-47CA-8929-2787E58D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28" name="s5-rect-27">
            <a:extLst xmlns:a="http://schemas.openxmlformats.org/drawingml/2006/main">
              <a:ext uri="{FF2B5EF4-FFF2-40B4-BE49-F238E27FC236}">
                <a16:creationId xmlns:a16="http://schemas.microsoft.com/office/drawing/2014/main" id="{C47011F2-1464-4847-B15F-A7EBB796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9" name="s5-rect-28">
            <a:extLst xmlns:a="http://schemas.openxmlformats.org/drawingml/2006/main">
              <a:ext uri="{FF2B5EF4-FFF2-40B4-BE49-F238E27FC236}">
                <a16:creationId xmlns:a16="http://schemas.microsoft.com/office/drawing/2014/main" id="{BCA4BD1D-AD61-43B0-8D42-4325D4A8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0" name="s5-rect-29">
            <a:extLst xmlns:a="http://schemas.openxmlformats.org/drawingml/2006/main">
              <a:ext uri="{FF2B5EF4-FFF2-40B4-BE49-F238E27FC236}">
                <a16:creationId xmlns:a16="http://schemas.microsoft.com/office/drawing/2014/main" id="{2B6F7557-FCF9-4C51-9918-5B0BED99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1" name="s5-rect-30">
            <a:extLst xmlns:a="http://schemas.openxmlformats.org/drawingml/2006/main">
              <a:ext uri="{FF2B5EF4-FFF2-40B4-BE49-F238E27FC236}">
                <a16:creationId xmlns:a16="http://schemas.microsoft.com/office/drawing/2014/main" id="{42C5BAC5-E8A2-49D1-8D26-59D50108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32" name="s5-rect-31">
            <a:extLst xmlns:a="http://schemas.openxmlformats.org/drawingml/2006/main">
              <a:ext uri="{FF2B5EF4-FFF2-40B4-BE49-F238E27FC236}">
                <a16:creationId xmlns:a16="http://schemas.microsoft.com/office/drawing/2014/main" id="{AAEBBA61-5B48-4EF6-82DA-C386CD6C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3" name="s5-rect-32">
            <a:extLst xmlns:a="http://schemas.openxmlformats.org/drawingml/2006/main">
              <a:ext uri="{FF2B5EF4-FFF2-40B4-BE49-F238E27FC236}">
                <a16:creationId xmlns:a16="http://schemas.microsoft.com/office/drawing/2014/main" id="{0813BE0C-9C3B-4308-8AF1-2627DEE8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4" name="s5-rect-33">
            <a:extLst xmlns:a="http://schemas.openxmlformats.org/drawingml/2006/main">
              <a:ext uri="{FF2B5EF4-FFF2-40B4-BE49-F238E27FC236}">
                <a16:creationId xmlns:a16="http://schemas.microsoft.com/office/drawing/2014/main" id="{B8B0876A-9CED-4504-A16B-A7A5FABF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35" name="s5-rect-34">
            <a:extLst xmlns:a="http://schemas.openxmlformats.org/drawingml/2006/main">
              <a:ext uri="{FF2B5EF4-FFF2-40B4-BE49-F238E27FC236}">
                <a16:creationId xmlns:a16="http://schemas.microsoft.com/office/drawing/2014/main" id="{431B5377-E22E-4A65-9760-D50A20E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6" name="s5-rect-35">
            <a:extLst xmlns:a="http://schemas.openxmlformats.org/drawingml/2006/main">
              <a:ext uri="{FF2B5EF4-FFF2-40B4-BE49-F238E27FC236}">
                <a16:creationId xmlns:a16="http://schemas.microsoft.com/office/drawing/2014/main" id="{DD97BDDA-44A3-41C8-8A18-A6A4B96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24325"/>
            <a:ext cx="514350" cy="838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7" name="s5-text-36">
            <a:extLst xmlns:a="http://schemas.openxmlformats.org/drawingml/2006/main">
              <a:ext uri="{FF2B5EF4-FFF2-40B4-BE49-F238E27FC236}">
                <a16:creationId xmlns:a16="http://schemas.microsoft.com/office/drawing/2014/main" id="{9BCBC31D-EFB6-4A2A-BA39-67027419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810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MÓVIL / 4 COLUMNAS</a:t>
            </a:r>
          </a:p>
        </p:txBody>
      </p:sp>
      <p:sp>
        <p:nvSpPr>
          <p:cNvPr id="38" name="s5-rect-37">
            <a:extLst xmlns:a="http://schemas.openxmlformats.org/drawingml/2006/main">
              <a:ext uri="{FF2B5EF4-FFF2-40B4-BE49-F238E27FC236}">
                <a16:creationId xmlns:a16="http://schemas.microsoft.com/office/drawing/2014/main" id="{266F4426-8EC0-4A22-91BF-1662DBE4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72075"/>
            <a:ext cx="1066800" cy="3333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39" name="s5-rect-38">
            <a:extLst xmlns:a="http://schemas.openxmlformats.org/drawingml/2006/main">
              <a:ext uri="{FF2B5EF4-FFF2-40B4-BE49-F238E27FC236}">
                <a16:creationId xmlns:a16="http://schemas.microsoft.com/office/drawing/2014/main" id="{A1C6AE4D-964A-49C4-80E1-D1542E3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72075"/>
            <a:ext cx="1066800" cy="3333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40" name="s5-rect-39">
            <a:extLst xmlns:a="http://schemas.openxmlformats.org/drawingml/2006/main">
              <a:ext uri="{FF2B5EF4-FFF2-40B4-BE49-F238E27FC236}">
                <a16:creationId xmlns:a16="http://schemas.microsoft.com/office/drawing/2014/main" id="{24336CF1-8F68-48CB-8634-DEB05AFB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172075"/>
            <a:ext cx="1066800" cy="3333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41" name="s5-rect-40">
            <a:extLst xmlns:a="http://schemas.openxmlformats.org/drawingml/2006/main">
              <a:ext uri="{FF2B5EF4-FFF2-40B4-BE49-F238E27FC236}">
                <a16:creationId xmlns:a16="http://schemas.microsoft.com/office/drawing/2014/main" id="{AB0FB2D4-30D7-4A6A-9B91-BFC1EA1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72075"/>
            <a:ext cx="1066800" cy="3333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42" name="s5-rect-41">
            <a:extLst xmlns:a="http://schemas.openxmlformats.org/drawingml/2006/main">
              <a:ext uri="{FF2B5EF4-FFF2-40B4-BE49-F238E27FC236}">
                <a16:creationId xmlns:a16="http://schemas.microsoft.com/office/drawing/2014/main" id="{D1D1CC3E-BEB2-4E7A-B733-3D5088AE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43" name="s5-text-42">
            <a:extLst xmlns:a="http://schemas.openxmlformats.org/drawingml/2006/main">
              <a:ext uri="{FF2B5EF4-FFF2-40B4-BE49-F238E27FC236}">
                <a16:creationId xmlns:a16="http://schemas.microsoft.com/office/drawing/2014/main" id="{E3487A5D-9D2A-4567-A15B-AC04F47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44" name="s5-text-43">
            <a:extLst xmlns:a="http://schemas.openxmlformats.org/drawingml/2006/main">
              <a:ext uri="{FF2B5EF4-FFF2-40B4-BE49-F238E27FC236}">
                <a16:creationId xmlns:a16="http://schemas.microsoft.com/office/drawing/2014/main" id="{8311CD14-1CED-4004-97E6-683E1285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Escala</a:t>
            </a:r>
          </a:p>
        </p:txBody>
      </p:sp>
      <p:sp>
        <p:nvSpPr>
          <p:cNvPr id="45" name="s5-text-44">
            <a:extLst xmlns:a="http://schemas.openxmlformats.org/drawingml/2006/main">
              <a:ext uri="{FF2B5EF4-FFF2-40B4-BE49-F238E27FC236}">
                <a16:creationId xmlns:a16="http://schemas.microsoft.com/office/drawing/2014/main" id="{3189442A-075D-4E8D-A47A-19E65DA2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4, 8, 12, 16, 24, 32, 48 y 64 px. Agrupar antes de añadir espacio.</a:t>
            </a:r>
          </a:p>
        </p:txBody>
      </p:sp>
      <p:sp>
        <p:nvSpPr>
          <p:cNvPr id="46" name="s5-text-45">
            <a:extLst xmlns:a="http://schemas.openxmlformats.org/drawingml/2006/main">
              <a:ext uri="{FF2B5EF4-FFF2-40B4-BE49-F238E27FC236}">
                <a16:creationId xmlns:a16="http://schemas.microsoft.com/office/drawing/2014/main" id="{BB6A4CF4-13B2-4480-B199-6F21DBC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Ancho de contenido</a:t>
            </a:r>
          </a:p>
        </p:txBody>
      </p:sp>
      <p:sp>
        <p:nvSpPr>
          <p:cNvPr id="47" name="s5-text-46">
            <a:extLst xmlns:a="http://schemas.openxmlformats.org/drawingml/2006/main">
              <a:ext uri="{FF2B5EF4-FFF2-40B4-BE49-F238E27FC236}">
                <a16:creationId xmlns:a16="http://schemas.microsoft.com/office/drawing/2014/main" id="{4CC00992-5E1D-4B04-9F39-D1EE5286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Máximo 1280 px. Márgenes de 20 px en móvil y 56 px en escritorio.</a:t>
            </a:r>
          </a:p>
        </p:txBody>
      </p:sp>
      <p:sp>
        <p:nvSpPr>
          <p:cNvPr id="48" name="s5-text-47">
            <a:extLst xmlns:a="http://schemas.openxmlformats.org/drawingml/2006/main">
              <a:ext uri="{FF2B5EF4-FFF2-40B4-BE49-F238E27FC236}">
                <a16:creationId xmlns:a16="http://schemas.microsoft.com/office/drawing/2014/main" id="{5F77FCCF-1838-41F4-AF18-4EC3915C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Puntos de cambio</a:t>
            </a:r>
          </a:p>
        </p:txBody>
      </p:sp>
      <p:sp>
        <p:nvSpPr>
          <p:cNvPr id="49" name="s5-text-48">
            <a:extLst xmlns:a="http://schemas.openxmlformats.org/drawingml/2006/main">
              <a:ext uri="{FF2B5EF4-FFF2-40B4-BE49-F238E27FC236}">
                <a16:creationId xmlns:a16="http://schemas.microsoft.com/office/drawing/2014/main" id="{C8997B98-9EEF-48AB-80A7-5F689C85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Móvil &lt; 768. Tableta 768–1023. Escritorio desde 1024 px.</a:t>
            </a:r>
          </a:p>
        </p:txBody>
      </p:sp>
      <p:sp>
        <p:nvSpPr>
          <p:cNvPr id="50" name="s5-rect-49">
            <a:extLst xmlns:a="http://schemas.openxmlformats.org/drawingml/2006/main">
              <a:ext uri="{FF2B5EF4-FFF2-40B4-BE49-F238E27FC236}">
                <a16:creationId xmlns:a16="http://schemas.microsoft.com/office/drawing/2014/main" id="{447AEB93-7AB3-4C9E-B127-FD700F93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1" name="s5-text-50">
            <a:extLst xmlns:a="http://schemas.openxmlformats.org/drawingml/2006/main">
              <a:ext uri="{FF2B5EF4-FFF2-40B4-BE49-F238E27FC236}">
                <a16:creationId xmlns:a16="http://schemas.microsoft.com/office/drawing/2014/main" id="{7251D356-B91E-465E-BF57-1BBB8C1E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retícula cambia con el espacio disponible. El contenido determina cuándo un grupo necesita apilarse.</a:t>
            </a:r>
          </a:p>
        </p:txBody>
      </p:sp>
    </p:spTree>
    <p:extLst>
      <p:ext uri="{BB962C8B-B14F-4D97-AF65-F5344CB8AC3E}">
        <p14:creationId xmlns:p14="http://schemas.microsoft.com/office/powerpoint/2010/main" val="538773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6-rect-0">
            <a:extLst xmlns:a="http://schemas.openxmlformats.org/drawingml/2006/main">
              <a:ext uri="{FF2B5EF4-FFF2-40B4-BE49-F238E27FC236}">
                <a16:creationId xmlns:a16="http://schemas.microsoft.com/office/drawing/2014/main" id="{04A95C03-4285-4704-915B-298DBF6A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6-text-1">
            <a:extLst xmlns:a="http://schemas.openxmlformats.org/drawingml/2006/main">
              <a:ext uri="{FF2B5EF4-FFF2-40B4-BE49-F238E27FC236}">
                <a16:creationId xmlns:a16="http://schemas.microsoft.com/office/drawing/2014/main" id="{108C543E-BDBD-43D8-BDDD-B39E99CC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6-text-2">
            <a:extLst xmlns:a="http://schemas.openxmlformats.org/drawingml/2006/main">
              <a:ext uri="{FF2B5EF4-FFF2-40B4-BE49-F238E27FC236}">
                <a16:creationId xmlns:a16="http://schemas.microsoft.com/office/drawing/2014/main" id="{B572D3E4-A989-4F67-91D1-9B3D9613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4" name="s6-rect-3">
            <a:extLst xmlns:a="http://schemas.openxmlformats.org/drawingml/2006/main">
              <a:ext uri="{FF2B5EF4-FFF2-40B4-BE49-F238E27FC236}">
                <a16:creationId xmlns:a16="http://schemas.microsoft.com/office/drawing/2014/main" id="{AFBE3F59-C505-4BB8-BA64-A0517B8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6-text-4">
            <a:extLst xmlns:a="http://schemas.openxmlformats.org/drawingml/2006/main">
              <a:ext uri="{FF2B5EF4-FFF2-40B4-BE49-F238E27FC236}">
                <a16:creationId xmlns:a16="http://schemas.microsoft.com/office/drawing/2014/main" id="{5A9D84D8-5996-4C58-8C77-2A2CF7A9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Superficies, bordes y movimiento</a:t>
            </a:r>
          </a:p>
        </p:txBody>
      </p:sp>
      <p:sp>
        <p:nvSpPr>
          <p:cNvPr id="6" name="s6-text-5">
            <a:extLst xmlns:a="http://schemas.openxmlformats.org/drawingml/2006/main">
              <a:ext uri="{FF2B5EF4-FFF2-40B4-BE49-F238E27FC236}">
                <a16:creationId xmlns:a16="http://schemas.microsoft.com/office/drawing/2014/main" id="{E7078CCC-5633-47DE-A01E-3764AFC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profundidad indica jerarquía. Los cambios de estado explican qué ha ocurrido</a:t>
            </a:r>
          </a:p>
        </p:txBody>
      </p:sp>
      <p:sp>
        <p:nvSpPr>
          <p:cNvPr id="7" name="s6-text-6">
            <a:extLst xmlns:a="http://schemas.openxmlformats.org/drawingml/2006/main">
              <a:ext uri="{FF2B5EF4-FFF2-40B4-BE49-F238E27FC236}">
                <a16:creationId xmlns:a16="http://schemas.microsoft.com/office/drawing/2014/main" id="{2EB3A50F-B040-4DBB-97D2-C508E9A4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s6-rect-7">
            <a:extLst xmlns:a="http://schemas.openxmlformats.org/drawingml/2006/main">
              <a:ext uri="{FF2B5EF4-FFF2-40B4-BE49-F238E27FC236}">
                <a16:creationId xmlns:a16="http://schemas.microsoft.com/office/drawing/2014/main" id="{A5BA477B-1CDB-4E0F-B89C-6210AAA2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9" name="s6-text-8">
            <a:extLst xmlns:a="http://schemas.openxmlformats.org/drawingml/2006/main">
              <a:ext uri="{FF2B5EF4-FFF2-40B4-BE49-F238E27FC236}">
                <a16:creationId xmlns:a16="http://schemas.microsoft.com/office/drawing/2014/main" id="{05D8F7C5-5DD5-472C-8052-4BE2300E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0002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Control</a:t>
            </a:r>
          </a:p>
        </p:txBody>
      </p:sp>
      <p:sp>
        <p:nvSpPr>
          <p:cNvPr id="10" name="s6-text-9">
            <a:extLst xmlns:a="http://schemas.openxmlformats.org/drawingml/2006/main">
              <a:ext uri="{FF2B5EF4-FFF2-40B4-BE49-F238E27FC236}">
                <a16:creationId xmlns:a16="http://schemas.microsoft.com/office/drawing/2014/main" id="{81937C81-23B6-4701-9E5B-DE63611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0002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radius.control</a:t>
            </a:r>
          </a:p>
        </p:txBody>
      </p:sp>
      <p:sp>
        <p:nvSpPr>
          <p:cNvPr id="11" name="s6-text-10">
            <a:extLst xmlns:a="http://schemas.openxmlformats.org/drawingml/2006/main">
              <a:ext uri="{FF2B5EF4-FFF2-40B4-BE49-F238E27FC236}">
                <a16:creationId xmlns:a16="http://schemas.microsoft.com/office/drawing/2014/main" id="{9DD9E73D-C7C1-45E1-958B-BBA039D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2000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4 px</a:t>
            </a:r>
          </a:p>
        </p:txBody>
      </p:sp>
      <p:sp>
        <p:nvSpPr>
          <p:cNvPr id="12" name="s6-rect-11">
            <a:extLst xmlns:a="http://schemas.openxmlformats.org/drawingml/2006/main">
              <a:ext uri="{FF2B5EF4-FFF2-40B4-BE49-F238E27FC236}">
                <a16:creationId xmlns:a16="http://schemas.microsoft.com/office/drawing/2014/main" id="{2494B22F-8B39-426B-8E28-438B1EF0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3812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3" name="s6-text-12">
            <a:extLst xmlns:a="http://schemas.openxmlformats.org/drawingml/2006/main">
              <a:ext uri="{FF2B5EF4-FFF2-40B4-BE49-F238E27FC236}">
                <a16:creationId xmlns:a16="http://schemas.microsoft.com/office/drawing/2014/main" id="{5B13ADA6-B43F-4588-880E-DC89560A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20002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Tarjeta</a:t>
            </a:r>
          </a:p>
        </p:txBody>
      </p:sp>
      <p:sp>
        <p:nvSpPr>
          <p:cNvPr id="14" name="s6-text-13">
            <a:extLst xmlns:a="http://schemas.openxmlformats.org/drawingml/2006/main">
              <a:ext uri="{FF2B5EF4-FFF2-40B4-BE49-F238E27FC236}">
                <a16:creationId xmlns:a16="http://schemas.microsoft.com/office/drawing/2014/main" id="{E37ABAB2-EFE0-4B1B-8A6F-32DE5A95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20002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radius.tarjeta</a:t>
            </a:r>
          </a:p>
        </p:txBody>
      </p:sp>
      <p:sp>
        <p:nvSpPr>
          <p:cNvPr id="15" name="s6-text-14">
            <a:extLst xmlns:a="http://schemas.openxmlformats.org/drawingml/2006/main">
              <a:ext uri="{FF2B5EF4-FFF2-40B4-BE49-F238E27FC236}">
                <a16:creationId xmlns:a16="http://schemas.microsoft.com/office/drawing/2014/main" id="{B05ECB2C-1FFF-4F06-B02B-98F4E19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000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8 px</a:t>
            </a:r>
          </a:p>
        </p:txBody>
      </p:sp>
      <p:sp>
        <p:nvSpPr>
          <p:cNvPr id="16" name="s6-rect-15">
            <a:extLst xmlns:a="http://schemas.openxmlformats.org/drawingml/2006/main">
              <a:ext uri="{FF2B5EF4-FFF2-40B4-BE49-F238E27FC236}">
                <a16:creationId xmlns:a16="http://schemas.microsoft.com/office/drawing/2014/main" id="{FE697BDB-B3B7-4CC7-9568-E76D6B5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23812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7" name="s6-text-16">
            <a:extLst xmlns:a="http://schemas.openxmlformats.org/drawingml/2006/main">
              <a:ext uri="{FF2B5EF4-FFF2-40B4-BE49-F238E27FC236}">
                <a16:creationId xmlns:a16="http://schemas.microsoft.com/office/drawing/2014/main" id="{59BF6298-BC91-46B8-89AF-6DAA887A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20002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Ventana</a:t>
            </a:r>
          </a:p>
        </p:txBody>
      </p:sp>
      <p:sp>
        <p:nvSpPr>
          <p:cNvPr id="18" name="s6-text-17">
            <a:extLst xmlns:a="http://schemas.openxmlformats.org/drawingml/2006/main">
              <a:ext uri="{FF2B5EF4-FFF2-40B4-BE49-F238E27FC236}">
                <a16:creationId xmlns:a16="http://schemas.microsoft.com/office/drawing/2014/main" id="{7AE17707-F9DF-4A86-AB4D-42D1F8BD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20002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radius.ventana</a:t>
            </a:r>
          </a:p>
        </p:txBody>
      </p:sp>
      <p:sp>
        <p:nvSpPr>
          <p:cNvPr id="19" name="s6-text-18">
            <a:extLst xmlns:a="http://schemas.openxmlformats.org/drawingml/2006/main">
              <a:ext uri="{FF2B5EF4-FFF2-40B4-BE49-F238E27FC236}">
                <a16:creationId xmlns:a16="http://schemas.microsoft.com/office/drawing/2014/main" id="{798A1BA6-9657-455B-B702-7FEDC9BA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2000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12 px</a:t>
            </a:r>
          </a:p>
        </p:txBody>
      </p:sp>
      <p:sp>
        <p:nvSpPr>
          <p:cNvPr id="20" name="s6-text-19">
            <a:extLst xmlns:a="http://schemas.openxmlformats.org/drawingml/2006/main">
              <a:ext uri="{FF2B5EF4-FFF2-40B4-BE49-F238E27FC236}">
                <a16:creationId xmlns:a16="http://schemas.microsoft.com/office/drawing/2014/main" id="{91D804ED-55D9-4D63-A574-049EE84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857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CAPAS</a:t>
            </a:r>
          </a:p>
        </p:txBody>
      </p:sp>
      <p:sp>
        <p:nvSpPr>
          <p:cNvPr id="21" name="s6-rect-20">
            <a:extLst xmlns:a="http://schemas.openxmlformats.org/drawingml/2006/main">
              <a:ext uri="{FF2B5EF4-FFF2-40B4-BE49-F238E27FC236}">
                <a16:creationId xmlns:a16="http://schemas.microsoft.com/office/drawing/2014/main" id="{3C3487D9-C667-4C7C-ABDB-829710B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2479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22" name="s6-rect-21">
            <a:extLst xmlns:a="http://schemas.openxmlformats.org/drawingml/2006/main">
              <a:ext uri="{FF2B5EF4-FFF2-40B4-BE49-F238E27FC236}">
                <a16:creationId xmlns:a16="http://schemas.microsoft.com/office/drawing/2014/main" id="{DCF802FC-2B3F-47E0-8F9B-E25E638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22479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3" name="s6-rect-22">
            <a:extLst xmlns:a="http://schemas.openxmlformats.org/drawingml/2006/main">
              <a:ext uri="{FF2B5EF4-FFF2-40B4-BE49-F238E27FC236}">
                <a16:creationId xmlns:a16="http://schemas.microsoft.com/office/drawing/2014/main" id="{8F0F7C96-F705-4064-9529-6639C1AD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22479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4" name="s6-text-23">
            <a:extLst xmlns:a="http://schemas.openxmlformats.org/drawingml/2006/main">
              <a:ext uri="{FF2B5EF4-FFF2-40B4-BE49-F238E27FC236}">
                <a16:creationId xmlns:a16="http://schemas.microsoft.com/office/drawing/2014/main" id="{4F86A474-62D6-4A64-861D-22C5453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8630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Página   /   Panel   /   Ventana</a:t>
            </a:r>
          </a:p>
        </p:txBody>
      </p:sp>
      <p:sp>
        <p:nvSpPr>
          <p:cNvPr id="25" name="s6-text-24">
            <a:extLst xmlns:a="http://schemas.openxmlformats.org/drawingml/2006/main">
              <a:ext uri="{FF2B5EF4-FFF2-40B4-BE49-F238E27FC236}">
                <a16:creationId xmlns:a16="http://schemas.microsoft.com/office/drawing/2014/main" id="{664CCE57-FCB6-42FA-85B6-4E90BED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95875"/>
            <a:ext cx="4572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160 ms para estados. 240 ms para abrir paneles.</a:t>
            </a:r>
          </a:p>
        </p:txBody>
      </p:sp>
      <p:sp>
        <p:nvSpPr>
          <p:cNvPr id="26" name="s6-rect-25">
            <a:extLst xmlns:a="http://schemas.openxmlformats.org/drawingml/2006/main">
              <a:ext uri="{FF2B5EF4-FFF2-40B4-BE49-F238E27FC236}">
                <a16:creationId xmlns:a16="http://schemas.microsoft.com/office/drawing/2014/main" id="{15C2F19F-C6BC-4C76-8808-C8DF565E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7" name="s6-text-26">
            <a:extLst xmlns:a="http://schemas.openxmlformats.org/drawingml/2006/main">
              <a:ext uri="{FF2B5EF4-FFF2-40B4-BE49-F238E27FC236}">
                <a16:creationId xmlns:a16="http://schemas.microsoft.com/office/drawing/2014/main" id="{6A068878-5100-42C3-832C-2887E7B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8" name="s6-text-27">
            <a:extLst xmlns:a="http://schemas.openxmlformats.org/drawingml/2006/main">
              <a:ext uri="{FF2B5EF4-FFF2-40B4-BE49-F238E27FC236}">
                <a16:creationId xmlns:a16="http://schemas.microsoft.com/office/drawing/2014/main" id="{E4B7FB99-7590-413B-8444-071DD0DE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Bordes</a:t>
            </a:r>
          </a:p>
        </p:txBody>
      </p:sp>
      <p:sp>
        <p:nvSpPr>
          <p:cNvPr id="29" name="s6-text-28">
            <a:extLst xmlns:a="http://schemas.openxmlformats.org/drawingml/2006/main">
              <a:ext uri="{FF2B5EF4-FFF2-40B4-BE49-F238E27FC236}">
                <a16:creationId xmlns:a16="http://schemas.microsoft.com/office/drawing/2014/main" id="{42D0B23C-C788-4215-A7ED-BD536CB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 px sutil en grupos. Borde más contrastado en controles y estados de foco.</a:t>
            </a:r>
          </a:p>
        </p:txBody>
      </p:sp>
      <p:sp>
        <p:nvSpPr>
          <p:cNvPr id="30" name="s6-text-29">
            <a:extLst xmlns:a="http://schemas.openxmlformats.org/drawingml/2006/main">
              <a:ext uri="{FF2B5EF4-FFF2-40B4-BE49-F238E27FC236}">
                <a16:creationId xmlns:a16="http://schemas.microsoft.com/office/drawing/2014/main" id="{0A0835E0-FF6C-4B38-B389-1B36BED9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Elevación</a:t>
            </a:r>
          </a:p>
        </p:txBody>
      </p:sp>
      <p:sp>
        <p:nvSpPr>
          <p:cNvPr id="31" name="s6-text-30">
            <a:extLst xmlns:a="http://schemas.openxmlformats.org/drawingml/2006/main">
              <a:ext uri="{FF2B5EF4-FFF2-40B4-BE49-F238E27FC236}">
                <a16:creationId xmlns:a16="http://schemas.microsoft.com/office/drawing/2014/main" id="{7FF45701-5BD6-47F1-A958-7A5954EE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Solo menús, popovers, ventanas y avisos flotantes necesitan sombra.</a:t>
            </a:r>
          </a:p>
        </p:txBody>
      </p:sp>
      <p:sp>
        <p:nvSpPr>
          <p:cNvPr id="32" name="s6-text-31">
            <a:extLst xmlns:a="http://schemas.openxmlformats.org/drawingml/2006/main">
              <a:ext uri="{FF2B5EF4-FFF2-40B4-BE49-F238E27FC236}">
                <a16:creationId xmlns:a16="http://schemas.microsoft.com/office/drawing/2014/main" id="{F8808F01-90B8-41D9-B5B1-76A22B53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Movimiento reducido</a:t>
            </a:r>
          </a:p>
        </p:txBody>
      </p:sp>
      <p:sp>
        <p:nvSpPr>
          <p:cNvPr id="33" name="s6-text-32">
            <a:extLst xmlns:a="http://schemas.openxmlformats.org/drawingml/2006/main">
              <a:ext uri="{FF2B5EF4-FFF2-40B4-BE49-F238E27FC236}">
                <a16:creationId xmlns:a16="http://schemas.microsoft.com/office/drawing/2014/main" id="{F2574049-9F84-4F71-B74B-0A787374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preferencia de movimiento reducido elimina desplazamientos y animaciones decorativas.</a:t>
            </a:r>
          </a:p>
        </p:txBody>
      </p:sp>
      <p:sp>
        <p:nvSpPr>
          <p:cNvPr id="34" name="s6-rect-33">
            <a:extLst xmlns:a="http://schemas.openxmlformats.org/drawingml/2006/main">
              <a:ext uri="{FF2B5EF4-FFF2-40B4-BE49-F238E27FC236}">
                <a16:creationId xmlns:a16="http://schemas.microsoft.com/office/drawing/2014/main" id="{10D1B0B8-210C-416E-AA15-F8D8E271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5" name="s6-text-34">
            <a:extLst xmlns:a="http://schemas.openxmlformats.org/drawingml/2006/main">
              <a:ext uri="{FF2B5EF4-FFF2-40B4-BE49-F238E27FC236}">
                <a16:creationId xmlns:a16="http://schemas.microsoft.com/office/drawing/2014/main" id="{06688FDA-BF17-46E9-BCA9-C1CF7C81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movimiento nunca bloquea una acción ni oculta un mensaje. Los indicadores de carga incluyen texto.</a:t>
            </a:r>
          </a:p>
        </p:txBody>
      </p:sp>
    </p:spTree>
    <p:extLst>
      <p:ext uri="{BB962C8B-B14F-4D97-AF65-F5344CB8AC3E}">
        <p14:creationId xmlns:p14="http://schemas.microsoft.com/office/powerpoint/2010/main" val="18870494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7-rect-0">
            <a:extLst xmlns:a="http://schemas.openxmlformats.org/drawingml/2006/main">
              <a:ext uri="{FF2B5EF4-FFF2-40B4-BE49-F238E27FC236}">
                <a16:creationId xmlns:a16="http://schemas.microsoft.com/office/drawing/2014/main" id="{550D7C37-DFB9-4E82-8BBE-FF1B3B41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7-text-1">
            <a:extLst xmlns:a="http://schemas.openxmlformats.org/drawingml/2006/main">
              <a:ext uri="{FF2B5EF4-FFF2-40B4-BE49-F238E27FC236}">
                <a16:creationId xmlns:a16="http://schemas.microsoft.com/office/drawing/2014/main" id="{6BCF07EE-5820-4093-9086-0FE0852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7-text-2">
            <a:extLst xmlns:a="http://schemas.openxmlformats.org/drawingml/2006/main">
              <a:ext uri="{FF2B5EF4-FFF2-40B4-BE49-F238E27FC236}">
                <a16:creationId xmlns:a16="http://schemas.microsoft.com/office/drawing/2014/main" id="{83118CFC-1D2A-43D0-88EA-BDC249ED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4" name="s7-rect-3">
            <a:extLst xmlns:a="http://schemas.openxmlformats.org/drawingml/2006/main">
              <a:ext uri="{FF2B5EF4-FFF2-40B4-BE49-F238E27FC236}">
                <a16:creationId xmlns:a16="http://schemas.microsoft.com/office/drawing/2014/main" id="{0C03C3DF-9B6B-4DA9-8550-B227555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7-text-4">
            <a:extLst xmlns:a="http://schemas.openxmlformats.org/drawingml/2006/main">
              <a:ext uri="{FF2B5EF4-FFF2-40B4-BE49-F238E27FC236}">
                <a16:creationId xmlns:a16="http://schemas.microsoft.com/office/drawing/2014/main" id="{8C2A9F06-797C-423B-8028-80E3078E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Iconos e imágenes</a:t>
            </a:r>
          </a:p>
        </p:txBody>
      </p:sp>
      <p:sp>
        <p:nvSpPr>
          <p:cNvPr id="6" name="s7-text-5">
            <a:extLst xmlns:a="http://schemas.openxmlformats.org/drawingml/2006/main">
              <a:ext uri="{FF2B5EF4-FFF2-40B4-BE49-F238E27FC236}">
                <a16:creationId xmlns:a16="http://schemas.microsoft.com/office/drawing/2014/main" id="{3D87139C-CBA8-4ACA-9714-30D3C0B4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Un mismo trazo para las acciones y una misma dirección visual para las ilustraciones</a:t>
            </a:r>
          </a:p>
        </p:txBody>
      </p:sp>
      <p:sp>
        <p:nvSpPr>
          <p:cNvPr id="7" name="s7-text-6">
            <a:extLst xmlns:a="http://schemas.openxmlformats.org/drawingml/2006/main">
              <a:ext uri="{FF2B5EF4-FFF2-40B4-BE49-F238E27FC236}">
                <a16:creationId xmlns:a16="http://schemas.microsoft.com/office/drawing/2014/main" id="{65F942DA-1198-4D10-95C2-5EAC564B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s7-rect-7">
            <a:extLst xmlns:a="http://schemas.openxmlformats.org/drawingml/2006/main">
              <a:ext uri="{FF2B5EF4-FFF2-40B4-BE49-F238E27FC236}">
                <a16:creationId xmlns:a16="http://schemas.microsoft.com/office/drawing/2014/main" id="{D3637018-6583-45A6-8C43-DD231F48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1430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9" name="s7-text-8">
            <a:extLst xmlns:a="http://schemas.openxmlformats.org/drawingml/2006/main">
              <a:ext uri="{FF2B5EF4-FFF2-40B4-BE49-F238E27FC236}">
                <a16:creationId xmlns:a16="http://schemas.microsoft.com/office/drawing/2014/main" id="{2AB4002C-04B8-40B1-8FB2-93EC0D36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s7-rect-9">
            <a:extLst xmlns:a="http://schemas.openxmlformats.org/drawingml/2006/main">
              <a:ext uri="{FF2B5EF4-FFF2-40B4-BE49-F238E27FC236}">
                <a16:creationId xmlns:a16="http://schemas.microsoft.com/office/drawing/2014/main" id="{84BD48C0-C02F-406B-A00C-E847AF9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162175"/>
            <a:ext cx="11430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1" name="s7-text-10">
            <a:extLst xmlns:a="http://schemas.openxmlformats.org/drawingml/2006/main">
              <a:ext uri="{FF2B5EF4-FFF2-40B4-BE49-F238E27FC236}">
                <a16:creationId xmlns:a16="http://schemas.microsoft.com/office/drawing/2014/main" id="{523472F9-3F99-4A6F-8573-CC1657A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050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12" name="s7-rect-11">
            <a:extLst xmlns:a="http://schemas.openxmlformats.org/drawingml/2006/main">
              <a:ext uri="{FF2B5EF4-FFF2-40B4-BE49-F238E27FC236}">
                <a16:creationId xmlns:a16="http://schemas.microsoft.com/office/drawing/2014/main" id="{2EBAE74E-3224-4633-B587-0E7D5F4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11430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3" name="s7-text-12">
            <a:extLst xmlns:a="http://schemas.openxmlformats.org/drawingml/2006/main">
              <a:ext uri="{FF2B5EF4-FFF2-40B4-BE49-F238E27FC236}">
                <a16:creationId xmlns:a16="http://schemas.microsoft.com/office/drawing/2014/main" id="{5900B019-6204-456A-8D39-2C26969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s7-rect-13">
            <a:extLst xmlns:a="http://schemas.openxmlformats.org/drawingml/2006/main">
              <a:ext uri="{FF2B5EF4-FFF2-40B4-BE49-F238E27FC236}">
                <a16:creationId xmlns:a16="http://schemas.microsoft.com/office/drawing/2014/main" id="{86FA42CA-4C31-4AC4-8137-629F9D2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62175"/>
            <a:ext cx="11430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5" name="s7-text-14">
            <a:extLst xmlns:a="http://schemas.openxmlformats.org/drawingml/2006/main">
              <a:ext uri="{FF2B5EF4-FFF2-40B4-BE49-F238E27FC236}">
                <a16:creationId xmlns:a16="http://schemas.microsoft.com/office/drawing/2014/main" id="{EEC9EF06-2C68-4A22-812D-C0C10F2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050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6" name="s7-rect-15">
            <a:extLst xmlns:a="http://schemas.openxmlformats.org/drawingml/2006/main">
              <a:ext uri="{FF2B5EF4-FFF2-40B4-BE49-F238E27FC236}">
                <a16:creationId xmlns:a16="http://schemas.microsoft.com/office/drawing/2014/main" id="{DC6B187C-AAD3-484F-BA05-E893B9DF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62175"/>
            <a:ext cx="11430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7" name="s7-text-16">
            <a:extLst xmlns:a="http://schemas.openxmlformats.org/drawingml/2006/main">
              <a:ext uri="{FF2B5EF4-FFF2-40B4-BE49-F238E27FC236}">
                <a16:creationId xmlns:a16="http://schemas.microsoft.com/office/drawing/2014/main" id="{675E0A29-4C18-46BB-9F91-A2C33BF5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8" name="s7-rect-17">
            <a:extLst xmlns:a="http://schemas.openxmlformats.org/drawingml/2006/main">
              <a:ext uri="{FF2B5EF4-FFF2-40B4-BE49-F238E27FC236}">
                <a16:creationId xmlns:a16="http://schemas.microsoft.com/office/drawing/2014/main" id="{F675D3DE-7CBD-48D1-AEBF-F1BFD3ED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62175"/>
            <a:ext cx="11430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9" name="s7-text-18">
            <a:extLst xmlns:a="http://schemas.openxmlformats.org/drawingml/2006/main">
              <a:ext uri="{FF2B5EF4-FFF2-40B4-BE49-F238E27FC236}">
                <a16:creationId xmlns:a16="http://schemas.microsoft.com/office/drawing/2014/main" id="{8FFC4761-12F7-4E1B-A4B1-8B91B4E7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050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20" name="s7-text-19">
            <a:extLst xmlns:a="http://schemas.openxmlformats.org/drawingml/2006/main">
              <a:ext uri="{FF2B5EF4-FFF2-40B4-BE49-F238E27FC236}">
                <a16:creationId xmlns:a16="http://schemas.microsoft.com/office/drawing/2014/main" id="{45E463CE-91ED-48BC-818E-EC6C9455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42862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Acciones</a:t>
            </a:r>
          </a:p>
        </p:txBody>
      </p:sp>
      <p:sp>
        <p:nvSpPr>
          <p:cNvPr id="21" name="s7-text-20">
            <a:extLst xmlns:a="http://schemas.openxmlformats.org/drawingml/2006/main">
              <a:ext uri="{FF2B5EF4-FFF2-40B4-BE49-F238E27FC236}">
                <a16:creationId xmlns:a16="http://schemas.microsoft.com/office/drawing/2014/main" id="{26DB26B0-671A-4350-9293-D48A554A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762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Iconos de 20 o 24 px. Trazo visual uniforme.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AE273-9B3A-4609-9303-053FE3321D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3b84eca97445e"/>
          <a:stretch xmlns:a="http://schemas.openxmlformats.org/drawingml/2006/main"/>
        </p:blipFill>
        <p:spPr>
          <a:xfrm xmlns:a="http://schemas.openxmlformats.org/drawingml/2006/main">
            <a:off x="609600" y="4067175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F7E5F-89DC-4C36-8A52-7BAE58678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dab412e9c4971"/>
          <a:stretch xmlns:a="http://schemas.openxmlformats.org/drawingml/2006/main"/>
        </p:blipFill>
        <p:spPr>
          <a:xfrm xmlns:a="http://schemas.openxmlformats.org/drawingml/2006/main">
            <a:off x="2466975" y="4067175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B3AB4-E753-493C-9146-92A5E431C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b3bfc032c45d4"/>
          <a:stretch xmlns:a="http://schemas.openxmlformats.org/drawingml/2006/main"/>
        </p:blipFill>
        <p:spPr>
          <a:xfrm xmlns:a="http://schemas.openxmlformats.org/drawingml/2006/main">
            <a:off x="4324350" y="4067175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D9064-891C-433B-943B-3159BF8925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81e4a1f7b414a"/>
          <a:stretch xmlns:a="http://schemas.openxmlformats.org/drawingml/2006/main"/>
        </p:blipFill>
        <p:spPr>
          <a:xfrm xmlns:a="http://schemas.openxmlformats.org/drawingml/2006/main">
            <a:off x="6372789" y="4067175"/>
            <a:ext cx="1713373" cy="1524000"/>
          </a:xfrm>
          <a:prstGeom xmlns:a="http://schemas.openxmlformats.org/drawingml/2006/main" prst="rect">
            <a:avLst/>
          </a:prstGeom>
        </p:spPr>
      </p:pic>
      <p:sp>
        <p:nvSpPr>
          <p:cNvPr id="26" name="s7-rect-25">
            <a:extLst xmlns:a="http://schemas.openxmlformats.org/drawingml/2006/main">
              <a:ext uri="{FF2B5EF4-FFF2-40B4-BE49-F238E27FC236}">
                <a16:creationId xmlns:a16="http://schemas.microsoft.com/office/drawing/2014/main" id="{5B98EDE7-C1BD-4688-87EB-281996FB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7" name="s7-text-26">
            <a:extLst xmlns:a="http://schemas.openxmlformats.org/drawingml/2006/main">
              <a:ext uri="{FF2B5EF4-FFF2-40B4-BE49-F238E27FC236}">
                <a16:creationId xmlns:a16="http://schemas.microsoft.com/office/drawing/2014/main" id="{F6032E26-FB82-48E6-B8A2-8945E8F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8" name="s7-text-27">
            <a:extLst xmlns:a="http://schemas.openxmlformats.org/drawingml/2006/main">
              <a:ext uri="{FF2B5EF4-FFF2-40B4-BE49-F238E27FC236}">
                <a16:creationId xmlns:a16="http://schemas.microsoft.com/office/drawing/2014/main" id="{FC785300-385A-48E7-ACAF-B028986B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Acciones con nombre</a:t>
            </a:r>
          </a:p>
        </p:txBody>
      </p:sp>
      <p:sp>
        <p:nvSpPr>
          <p:cNvPr id="29" name="s7-text-28">
            <a:extLst xmlns:a="http://schemas.openxmlformats.org/drawingml/2006/main">
              <a:ext uri="{FF2B5EF4-FFF2-40B4-BE49-F238E27FC236}">
                <a16:creationId xmlns:a16="http://schemas.microsoft.com/office/drawing/2014/main" id="{3A70B39A-3688-43BA-B4BB-B760C60E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botones de solo icono tienen un nombre accesible y área cómoda de pulsación.</a:t>
            </a:r>
          </a:p>
        </p:txBody>
      </p:sp>
      <p:sp>
        <p:nvSpPr>
          <p:cNvPr id="30" name="s7-text-29">
            <a:extLst xmlns:a="http://schemas.openxmlformats.org/drawingml/2006/main">
              <a:ext uri="{FF2B5EF4-FFF2-40B4-BE49-F238E27FC236}">
                <a16:creationId xmlns:a16="http://schemas.microsoft.com/office/drawing/2014/main" id="{9148392D-66B4-4128-A445-3ABD40C3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Proporciones</a:t>
            </a:r>
          </a:p>
        </p:txBody>
      </p:sp>
      <p:sp>
        <p:nvSpPr>
          <p:cNvPr id="31" name="s7-text-30">
            <a:extLst xmlns:a="http://schemas.openxmlformats.org/drawingml/2006/main">
              <a:ext uri="{FF2B5EF4-FFF2-40B4-BE49-F238E27FC236}">
                <a16:creationId xmlns:a16="http://schemas.microsoft.com/office/drawing/2014/main" id="{29425B4B-B58E-49BA-8444-F298FB35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imagen mantiene su proporción. Los recortes reservan el foco del sujeto.</a:t>
            </a:r>
          </a:p>
        </p:txBody>
      </p:sp>
      <p:sp>
        <p:nvSpPr>
          <p:cNvPr id="32" name="s7-text-31">
            <a:extLst xmlns:a="http://schemas.openxmlformats.org/drawingml/2006/main">
              <a:ext uri="{FF2B5EF4-FFF2-40B4-BE49-F238E27FC236}">
                <a16:creationId xmlns:a16="http://schemas.microsoft.com/office/drawing/2014/main" id="{0320CFE3-E571-4B35-A09A-A89552BF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Texto alternativo</a:t>
            </a:r>
          </a:p>
        </p:txBody>
      </p:sp>
      <p:sp>
        <p:nvSpPr>
          <p:cNvPr id="33" name="s7-text-32">
            <a:extLst xmlns:a="http://schemas.openxmlformats.org/drawingml/2006/main">
              <a:ext uri="{FF2B5EF4-FFF2-40B4-BE49-F238E27FC236}">
                <a16:creationId xmlns:a16="http://schemas.microsoft.com/office/drawing/2014/main" id="{F34E3144-0759-4305-9E29-90BD4D4A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Describe el contenido relevante. Las imágenes decorativas no se anuncian.</a:t>
            </a:r>
          </a:p>
        </p:txBody>
      </p:sp>
      <p:sp>
        <p:nvSpPr>
          <p:cNvPr id="34" name="s7-rect-33">
            <a:extLst xmlns:a="http://schemas.openxmlformats.org/drawingml/2006/main">
              <a:ext uri="{FF2B5EF4-FFF2-40B4-BE49-F238E27FC236}">
                <a16:creationId xmlns:a16="http://schemas.microsoft.com/office/drawing/2014/main" id="{E305E294-5AEF-4131-9A26-3B9FA051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5" name="s7-text-34">
            <a:extLst xmlns:a="http://schemas.openxmlformats.org/drawingml/2006/main">
              <a:ext uri="{FF2B5EF4-FFF2-40B4-BE49-F238E27FC236}">
                <a16:creationId xmlns:a16="http://schemas.microsoft.com/office/drawing/2014/main" id="{3F71CEE5-9E49-4EB9-98DC-80FE8DBA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Las ilustraciones son recursos raster de la colección. Los iconos de interfaz tendrán SVG propios y coherentes.</a:t>
            </a:r>
          </a:p>
        </p:txBody>
      </p:sp>
    </p:spTree>
    <p:extLst>
      <p:ext uri="{BB962C8B-B14F-4D97-AF65-F5344CB8AC3E}">
        <p14:creationId xmlns:p14="http://schemas.microsoft.com/office/powerpoint/2010/main" val="1042382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8-rect-0">
            <a:extLst xmlns:a="http://schemas.openxmlformats.org/drawingml/2006/main">
              <a:ext uri="{FF2B5EF4-FFF2-40B4-BE49-F238E27FC236}">
                <a16:creationId xmlns:a16="http://schemas.microsoft.com/office/drawing/2014/main" id="{EA89E4B3-3A2B-42C2-8996-D7E537D3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8-text-1">
            <a:extLst xmlns:a="http://schemas.openxmlformats.org/drawingml/2006/main">
              <a:ext uri="{FF2B5EF4-FFF2-40B4-BE49-F238E27FC236}">
                <a16:creationId xmlns:a16="http://schemas.microsoft.com/office/drawing/2014/main" id="{C24F4C96-8D13-4F7E-93CC-E317FFC5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8-text-2">
            <a:extLst xmlns:a="http://schemas.openxmlformats.org/drawingml/2006/main">
              <a:ext uri="{FF2B5EF4-FFF2-40B4-BE49-F238E27FC236}">
                <a16:creationId xmlns:a16="http://schemas.microsoft.com/office/drawing/2014/main" id="{FECC6CB3-7CB4-4DAF-AE97-61222A3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8-rect-3">
            <a:extLst xmlns:a="http://schemas.openxmlformats.org/drawingml/2006/main">
              <a:ext uri="{FF2B5EF4-FFF2-40B4-BE49-F238E27FC236}">
                <a16:creationId xmlns:a16="http://schemas.microsoft.com/office/drawing/2014/main" id="{FD82D2FF-2163-472C-AF7C-1EBF8EF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8-text-4">
            <a:extLst xmlns:a="http://schemas.openxmlformats.org/drawingml/2006/main">
              <a:ext uri="{FF2B5EF4-FFF2-40B4-BE49-F238E27FC236}">
                <a16:creationId xmlns:a16="http://schemas.microsoft.com/office/drawing/2014/main" id="{7E8938E9-A031-4DA7-AF3D-161A1990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Botones</a:t>
            </a:r>
          </a:p>
        </p:txBody>
      </p:sp>
      <p:sp>
        <p:nvSpPr>
          <p:cNvPr id="6" name="s8-text-5">
            <a:extLst xmlns:a="http://schemas.openxmlformats.org/drawingml/2006/main">
              <a:ext uri="{FF2B5EF4-FFF2-40B4-BE49-F238E27FC236}">
                <a16:creationId xmlns:a16="http://schemas.microsoft.com/office/drawing/2014/main" id="{5316FC6E-3282-4150-A3D3-1C015F4A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Una acción principal por grupo, con variantes coherentes de intención y tamaño</a:t>
            </a:r>
          </a:p>
        </p:txBody>
      </p:sp>
      <p:sp>
        <p:nvSpPr>
          <p:cNvPr id="7" name="s8-text-6">
            <a:extLst xmlns:a="http://schemas.openxmlformats.org/drawingml/2006/main">
              <a:ext uri="{FF2B5EF4-FFF2-40B4-BE49-F238E27FC236}">
                <a16:creationId xmlns:a16="http://schemas.microsoft.com/office/drawing/2014/main" id="{CFFE7CBC-1E03-4B4C-8DAD-FF786E7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s8-text-7">
            <a:extLst xmlns:a="http://schemas.openxmlformats.org/drawingml/2006/main">
              <a:ext uri="{FF2B5EF4-FFF2-40B4-BE49-F238E27FC236}">
                <a16:creationId xmlns:a16="http://schemas.microsoft.com/office/drawing/2014/main" id="{4C27236E-2AB0-48A1-8BDE-0D7C9481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333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VARIANTES</a:t>
            </a:r>
          </a:p>
        </p:txBody>
      </p:sp>
      <p:sp>
        <p:nvSpPr>
          <p:cNvPr id="9" name="s8-rect-8">
            <a:extLst xmlns:a="http://schemas.openxmlformats.org/drawingml/2006/main">
              <a:ext uri="{FF2B5EF4-FFF2-40B4-BE49-F238E27FC236}">
                <a16:creationId xmlns:a16="http://schemas.microsoft.com/office/drawing/2014/main" id="{C97099AB-FA28-40E2-874E-B414E5A1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57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0" name="s8-text-9">
            <a:extLst xmlns:a="http://schemas.openxmlformats.org/drawingml/2006/main">
              <a:ext uri="{FF2B5EF4-FFF2-40B4-BE49-F238E27FC236}">
                <a16:creationId xmlns:a16="http://schemas.microsoft.com/office/drawing/2014/main" id="{2173447E-8E58-4DA8-8994-EF25D8F8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11" name="s8-rect-10">
            <a:extLst xmlns:a="http://schemas.openxmlformats.org/drawingml/2006/main">
              <a:ext uri="{FF2B5EF4-FFF2-40B4-BE49-F238E27FC236}">
                <a16:creationId xmlns:a16="http://schemas.microsoft.com/office/drawing/2014/main" id="{61709EA1-4E12-40EF-8F16-2B3DB21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81250"/>
            <a:ext cx="1657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2" name="s8-text-11">
            <a:extLst xmlns:a="http://schemas.openxmlformats.org/drawingml/2006/main">
              <a:ext uri="{FF2B5EF4-FFF2-40B4-BE49-F238E27FC236}">
                <a16:creationId xmlns:a16="http://schemas.microsoft.com/office/drawing/2014/main" id="{FF7EEA3F-582F-453A-9807-343BC40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955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Cancelar</a:t>
            </a:r>
          </a:p>
        </p:txBody>
      </p:sp>
      <p:sp>
        <p:nvSpPr>
          <p:cNvPr id="13" name="s8-rect-12">
            <a:extLst xmlns:a="http://schemas.openxmlformats.org/drawingml/2006/main">
              <a:ext uri="{FF2B5EF4-FFF2-40B4-BE49-F238E27FC236}">
                <a16:creationId xmlns:a16="http://schemas.microsoft.com/office/drawing/2014/main" id="{258FB887-A58E-4259-93B8-24A2EE1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1657350" cy="419100"/>
          </a:xfrm>
          <a:prstGeom xmlns:a="http://schemas.openxmlformats.org/drawingml/2006/main" prst="roundRect">
            <a:avLst>
              <a:gd name="adj" fmla="val 909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s8-text-13">
            <a:extLst xmlns:a="http://schemas.openxmlformats.org/drawingml/2006/main">
              <a:ext uri="{FF2B5EF4-FFF2-40B4-BE49-F238E27FC236}">
                <a16:creationId xmlns:a16="http://schemas.microsoft.com/office/drawing/2014/main" id="{225D5FB7-8459-40F5-B602-F5F9E58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Saber más</a:t>
            </a:r>
          </a:p>
        </p:txBody>
      </p:sp>
      <p:sp>
        <p:nvSpPr>
          <p:cNvPr id="15" name="s8-rect-14">
            <a:extLst xmlns:a="http://schemas.openxmlformats.org/drawingml/2006/main">
              <a:ext uri="{FF2B5EF4-FFF2-40B4-BE49-F238E27FC236}">
                <a16:creationId xmlns:a16="http://schemas.microsoft.com/office/drawing/2014/main" id="{CF9DE241-CBFC-4114-9ECB-0EA38620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81250"/>
            <a:ext cx="16573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33836"/>
          </a:solidFill>
          <a:ln xmlns:a="http://schemas.openxmlformats.org/drawingml/2006/main" w="0">
            <a:noFill/>
          </a:ln>
        </p:spPr>
      </p:sp>
      <p:sp>
        <p:nvSpPr>
          <p:cNvPr id="16" name="s8-text-15">
            <a:extLst xmlns:a="http://schemas.openxmlformats.org/drawingml/2006/main">
              <a:ext uri="{FF2B5EF4-FFF2-40B4-BE49-F238E27FC236}">
                <a16:creationId xmlns:a16="http://schemas.microsoft.com/office/drawing/2014/main" id="{8E303A39-F927-43B1-A8D2-32A2E109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955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Eliminar</a:t>
            </a:r>
          </a:p>
        </p:txBody>
      </p:sp>
      <p:sp>
        <p:nvSpPr>
          <p:cNvPr id="17" name="s8-text-16">
            <a:extLst xmlns:a="http://schemas.openxmlformats.org/drawingml/2006/main">
              <a:ext uri="{FF2B5EF4-FFF2-40B4-BE49-F238E27FC236}">
                <a16:creationId xmlns:a16="http://schemas.microsoft.com/office/drawing/2014/main" id="{BB765E68-9FCE-41D6-A888-1CD962DD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333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ESTADOS</a:t>
            </a:r>
          </a:p>
        </p:txBody>
      </p:sp>
      <p:sp>
        <p:nvSpPr>
          <p:cNvPr id="18" name="s8-rect-17">
            <a:extLst xmlns:a="http://schemas.openxmlformats.org/drawingml/2006/main">
              <a:ext uri="{FF2B5EF4-FFF2-40B4-BE49-F238E27FC236}">
                <a16:creationId xmlns:a16="http://schemas.microsoft.com/office/drawing/2014/main" id="{9014C343-CF79-404C-AD35-3A03E01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200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9" name="s8-text-18">
            <a:extLst xmlns:a="http://schemas.openxmlformats.org/drawingml/2006/main">
              <a:ext uri="{FF2B5EF4-FFF2-40B4-BE49-F238E27FC236}">
                <a16:creationId xmlns:a16="http://schemas.microsoft.com/office/drawing/2014/main" id="{4442B589-C704-4DCE-AC5F-0CC64F7D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20" name="s8-text-19">
            <a:extLst xmlns:a="http://schemas.openxmlformats.org/drawingml/2006/main">
              <a:ext uri="{FF2B5EF4-FFF2-40B4-BE49-F238E27FC236}">
                <a16:creationId xmlns:a16="http://schemas.microsoft.com/office/drawing/2014/main" id="{E1AAD8A7-0E01-4966-8A40-5140AC95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476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Reposo</a:t>
            </a:r>
          </a:p>
        </p:txBody>
      </p:sp>
      <p:sp>
        <p:nvSpPr>
          <p:cNvPr id="21" name="s8-rect-20">
            <a:extLst xmlns:a="http://schemas.openxmlformats.org/drawingml/2006/main">
              <a:ext uri="{FF2B5EF4-FFF2-40B4-BE49-F238E27FC236}">
                <a16:creationId xmlns:a16="http://schemas.microsoft.com/office/drawing/2014/main" id="{5C645322-71E8-4ED7-8B96-1674E9BD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95675"/>
            <a:ext cx="1200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86F"/>
          </a:solidFill>
          <a:ln xmlns:a="http://schemas.openxmlformats.org/drawingml/2006/main" w="0">
            <a:noFill/>
          </a:ln>
        </p:spPr>
      </p:sp>
      <p:sp>
        <p:nvSpPr>
          <p:cNvPr id="22" name="s8-text-21">
            <a:extLst xmlns:a="http://schemas.openxmlformats.org/drawingml/2006/main">
              <a:ext uri="{FF2B5EF4-FFF2-40B4-BE49-F238E27FC236}">
                <a16:creationId xmlns:a16="http://schemas.microsoft.com/office/drawing/2014/main" id="{7D8F3DFD-AE8C-45A0-8D2B-05358D19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099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23" name="s8-text-22">
            <a:extLst xmlns:a="http://schemas.openxmlformats.org/drawingml/2006/main">
              <a:ext uri="{FF2B5EF4-FFF2-40B4-BE49-F238E27FC236}">
                <a16:creationId xmlns:a16="http://schemas.microsoft.com/office/drawing/2014/main" id="{429811C3-EA9A-4881-B24A-EB324989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76700"/>
            <a:ext cx="1476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Hover</a:t>
            </a:r>
          </a:p>
        </p:txBody>
      </p:sp>
      <p:sp>
        <p:nvSpPr>
          <p:cNvPr id="24" name="s8-rect-23">
            <a:extLst xmlns:a="http://schemas.openxmlformats.org/drawingml/2006/main">
              <a:ext uri="{FF2B5EF4-FFF2-40B4-BE49-F238E27FC236}">
                <a16:creationId xmlns:a16="http://schemas.microsoft.com/office/drawing/2014/main" id="{697B9E49-3BBF-4407-8BC1-E7B2FC9F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95675"/>
            <a:ext cx="1200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86F"/>
          </a:solidFill>
          <a:ln xmlns:a="http://schemas.openxmlformats.org/drawingml/2006/main" w="0">
            <a:noFill/>
          </a:ln>
        </p:spPr>
      </p:sp>
      <p:sp>
        <p:nvSpPr>
          <p:cNvPr id="25" name="s8-text-24">
            <a:extLst xmlns:a="http://schemas.openxmlformats.org/drawingml/2006/main">
              <a:ext uri="{FF2B5EF4-FFF2-40B4-BE49-F238E27FC236}">
                <a16:creationId xmlns:a16="http://schemas.microsoft.com/office/drawing/2014/main" id="{AC4DE6CF-205B-4FA3-AE0F-CBB1D37E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099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26" name="s8-text-25">
            <a:extLst xmlns:a="http://schemas.openxmlformats.org/drawingml/2006/main">
              <a:ext uri="{FF2B5EF4-FFF2-40B4-BE49-F238E27FC236}">
                <a16:creationId xmlns:a16="http://schemas.microsoft.com/office/drawing/2014/main" id="{B02BF364-08D0-430B-90CA-451B78B3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76700"/>
            <a:ext cx="1476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Pulsado</a:t>
            </a:r>
          </a:p>
        </p:txBody>
      </p:sp>
      <p:sp>
        <p:nvSpPr>
          <p:cNvPr id="27" name="s8-rect-26">
            <a:extLst xmlns:a="http://schemas.openxmlformats.org/drawingml/2006/main">
              <a:ext uri="{FF2B5EF4-FFF2-40B4-BE49-F238E27FC236}">
                <a16:creationId xmlns:a16="http://schemas.microsoft.com/office/drawing/2014/main" id="{430F40FC-96D4-4822-AAE1-DE27A35A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57575"/>
            <a:ext cx="1276350" cy="495300"/>
          </a:xfrm>
          <a:prstGeom xmlns:a="http://schemas.openxmlformats.org/drawingml/2006/main" prst="roundRect">
            <a:avLst>
              <a:gd name="adj" fmla="val 1346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459DF"/>
            </a:solidFill>
          </a:ln>
        </p:spPr>
      </p:sp>
      <p:sp>
        <p:nvSpPr>
          <p:cNvPr id="28" name="s8-rect-27">
            <a:extLst xmlns:a="http://schemas.openxmlformats.org/drawingml/2006/main">
              <a:ext uri="{FF2B5EF4-FFF2-40B4-BE49-F238E27FC236}">
                <a16:creationId xmlns:a16="http://schemas.microsoft.com/office/drawing/2014/main" id="{FF4EC77D-A888-423B-93F0-0F5C9C4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95675"/>
            <a:ext cx="1200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9" name="s8-text-28">
            <a:extLst xmlns:a="http://schemas.openxmlformats.org/drawingml/2006/main">
              <a:ext uri="{FF2B5EF4-FFF2-40B4-BE49-F238E27FC236}">
                <a16:creationId xmlns:a16="http://schemas.microsoft.com/office/drawing/2014/main" id="{135363CE-7973-46A8-81B0-DF056350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099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30" name="s8-text-29">
            <a:extLst xmlns:a="http://schemas.openxmlformats.org/drawingml/2006/main">
              <a:ext uri="{FF2B5EF4-FFF2-40B4-BE49-F238E27FC236}">
                <a16:creationId xmlns:a16="http://schemas.microsoft.com/office/drawing/2014/main" id="{532D8143-61AC-453A-AA2F-FAB6840A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76700"/>
            <a:ext cx="1476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Foco</a:t>
            </a:r>
          </a:p>
        </p:txBody>
      </p:sp>
      <p:sp>
        <p:nvSpPr>
          <p:cNvPr id="31" name="s8-rect-30">
            <a:extLst xmlns:a="http://schemas.openxmlformats.org/drawingml/2006/main">
              <a:ext uri="{FF2B5EF4-FFF2-40B4-BE49-F238E27FC236}">
                <a16:creationId xmlns:a16="http://schemas.microsoft.com/office/drawing/2014/main" id="{EE1885B9-759A-4FEC-BA66-FA1A63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95675"/>
            <a:ext cx="1200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32" name="s8-text-31">
            <a:extLst xmlns:a="http://schemas.openxmlformats.org/drawingml/2006/main">
              <a:ext uri="{FF2B5EF4-FFF2-40B4-BE49-F238E27FC236}">
                <a16:creationId xmlns:a16="http://schemas.microsoft.com/office/drawing/2014/main" id="{B36EF351-9DBB-47C1-8CC6-5AA6323F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99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◌ Guardando</a:t>
            </a:r>
          </a:p>
        </p:txBody>
      </p:sp>
      <p:sp>
        <p:nvSpPr>
          <p:cNvPr id="33" name="s8-text-32">
            <a:extLst xmlns:a="http://schemas.openxmlformats.org/drawingml/2006/main">
              <a:ext uri="{FF2B5EF4-FFF2-40B4-BE49-F238E27FC236}">
                <a16:creationId xmlns:a16="http://schemas.microsoft.com/office/drawing/2014/main" id="{C2B01F50-6804-4A77-BB0B-46D613F0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1476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Carga</a:t>
            </a:r>
          </a:p>
        </p:txBody>
      </p:sp>
      <p:sp>
        <p:nvSpPr>
          <p:cNvPr id="34" name="s8-rect-33">
            <a:extLst xmlns:a="http://schemas.openxmlformats.org/drawingml/2006/main">
              <a:ext uri="{FF2B5EF4-FFF2-40B4-BE49-F238E27FC236}">
                <a16:creationId xmlns:a16="http://schemas.microsoft.com/office/drawing/2014/main" id="{EC9F57EE-D67A-40A4-96CA-1FBA5378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95675"/>
            <a:ext cx="1200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5DF"/>
          </a:solidFill>
          <a:ln xmlns:a="http://schemas.openxmlformats.org/drawingml/2006/main" w="0">
            <a:noFill/>
          </a:ln>
        </p:spPr>
      </p:sp>
      <p:sp>
        <p:nvSpPr>
          <p:cNvPr id="35" name="s8-text-34">
            <a:extLst xmlns:a="http://schemas.openxmlformats.org/drawingml/2006/main">
              <a:ext uri="{FF2B5EF4-FFF2-40B4-BE49-F238E27FC236}">
                <a16:creationId xmlns:a16="http://schemas.microsoft.com/office/drawing/2014/main" id="{B640ECDC-4E53-41CE-B916-FC457724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099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77A83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36" name="s8-text-35">
            <a:extLst xmlns:a="http://schemas.openxmlformats.org/drawingml/2006/main">
              <a:ext uri="{FF2B5EF4-FFF2-40B4-BE49-F238E27FC236}">
                <a16:creationId xmlns:a16="http://schemas.microsoft.com/office/drawing/2014/main" id="{4FFE7A61-7F81-4A0B-8018-4E2A64D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76700"/>
            <a:ext cx="1476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Desactivado</a:t>
            </a:r>
          </a:p>
        </p:txBody>
      </p:sp>
      <p:sp>
        <p:nvSpPr>
          <p:cNvPr id="37" name="s8-text-36">
            <a:extLst xmlns:a="http://schemas.openxmlformats.org/drawingml/2006/main">
              <a:ext uri="{FF2B5EF4-FFF2-40B4-BE49-F238E27FC236}">
                <a16:creationId xmlns:a16="http://schemas.microsoft.com/office/drawing/2014/main" id="{941E4A0F-021F-457C-A893-47CABA04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3333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TAMAÑOS</a:t>
            </a:r>
          </a:p>
        </p:txBody>
      </p:sp>
      <p:sp>
        <p:nvSpPr>
          <p:cNvPr id="38" name="s8-rect-37">
            <a:extLst xmlns:a="http://schemas.openxmlformats.org/drawingml/2006/main">
              <a:ext uri="{FF2B5EF4-FFF2-40B4-BE49-F238E27FC236}">
                <a16:creationId xmlns:a16="http://schemas.microsoft.com/office/drawing/2014/main" id="{5381E9A3-3EAD-4C5D-B917-552CD5D6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4287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39" name="s8-text-38">
            <a:extLst xmlns:a="http://schemas.openxmlformats.org/drawingml/2006/main">
              <a:ext uri="{FF2B5EF4-FFF2-40B4-BE49-F238E27FC236}">
                <a16:creationId xmlns:a16="http://schemas.microsoft.com/office/drawing/2014/main" id="{778DC518-36B7-4010-AF99-F6F97379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Pequeño</a:t>
            </a:r>
          </a:p>
        </p:txBody>
      </p:sp>
      <p:sp>
        <p:nvSpPr>
          <p:cNvPr id="40" name="s8-rect-39">
            <a:extLst xmlns:a="http://schemas.openxmlformats.org/drawingml/2006/main">
              <a:ext uri="{FF2B5EF4-FFF2-40B4-BE49-F238E27FC236}">
                <a16:creationId xmlns:a16="http://schemas.microsoft.com/office/drawing/2014/main" id="{762607BD-0C1D-45C0-8BF2-7EE1A03B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1619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41" name="s8-text-40">
            <a:extLst xmlns:a="http://schemas.openxmlformats.org/drawingml/2006/main">
              <a:ext uri="{FF2B5EF4-FFF2-40B4-BE49-F238E27FC236}">
                <a16:creationId xmlns:a16="http://schemas.microsoft.com/office/drawing/2014/main" id="{4FA9931E-FD74-42B2-BB51-95BB064F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244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Mediano</a:t>
            </a:r>
          </a:p>
        </p:txBody>
      </p:sp>
      <p:sp>
        <p:nvSpPr>
          <p:cNvPr id="42" name="s8-rect-41">
            <a:extLst xmlns:a="http://schemas.openxmlformats.org/drawingml/2006/main">
              <a:ext uri="{FF2B5EF4-FFF2-40B4-BE49-F238E27FC236}">
                <a16:creationId xmlns:a16="http://schemas.microsoft.com/office/drawing/2014/main" id="{5FDBB578-120F-417C-9D0C-6E37E9DD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72050"/>
            <a:ext cx="1809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43" name="s8-text-42">
            <a:extLst xmlns:a="http://schemas.openxmlformats.org/drawingml/2006/main">
              <a:ext uri="{FF2B5EF4-FFF2-40B4-BE49-F238E27FC236}">
                <a16:creationId xmlns:a16="http://schemas.microsoft.com/office/drawing/2014/main" id="{74FCC7BA-DD03-4964-B7BF-7ADCA6C0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Grande</a:t>
            </a:r>
          </a:p>
        </p:txBody>
      </p:sp>
      <p:sp>
        <p:nvSpPr>
          <p:cNvPr id="44" name="s8-rect-43">
            <a:extLst xmlns:a="http://schemas.openxmlformats.org/drawingml/2006/main">
              <a:ext uri="{FF2B5EF4-FFF2-40B4-BE49-F238E27FC236}">
                <a16:creationId xmlns:a16="http://schemas.microsoft.com/office/drawing/2014/main" id="{CCAD1E4E-E74C-4E65-B3F0-4C0C0389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45" name="s8-text-44">
            <a:extLst xmlns:a="http://schemas.openxmlformats.org/drawingml/2006/main">
              <a:ext uri="{FF2B5EF4-FFF2-40B4-BE49-F238E27FC236}">
                <a16:creationId xmlns:a16="http://schemas.microsoft.com/office/drawing/2014/main" id="{70CED4D1-62C8-4511-8B37-EDDAD07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46" name="s8-text-45">
            <a:extLst xmlns:a="http://schemas.openxmlformats.org/drawingml/2006/main">
              <a:ext uri="{FF2B5EF4-FFF2-40B4-BE49-F238E27FC236}">
                <a16:creationId xmlns:a16="http://schemas.microsoft.com/office/drawing/2014/main" id="{C6E306F1-3621-4255-B3A8-162D1B35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Intención</a:t>
            </a:r>
          </a:p>
        </p:txBody>
      </p:sp>
      <p:sp>
        <p:nvSpPr>
          <p:cNvPr id="47" name="s8-text-46">
            <a:extLst xmlns:a="http://schemas.openxmlformats.org/drawingml/2006/main">
              <a:ext uri="{FF2B5EF4-FFF2-40B4-BE49-F238E27FC236}">
                <a16:creationId xmlns:a16="http://schemas.microsoft.com/office/drawing/2014/main" id="{9902FBDC-7E8E-4F79-B20D-6D35A134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Primario para avanzar. Secundario para alternativas. Destructivo para eliminar.</a:t>
            </a:r>
          </a:p>
        </p:txBody>
      </p:sp>
      <p:sp>
        <p:nvSpPr>
          <p:cNvPr id="48" name="s8-text-47">
            <a:extLst xmlns:a="http://schemas.openxmlformats.org/drawingml/2006/main">
              <a:ext uri="{FF2B5EF4-FFF2-40B4-BE49-F238E27FC236}">
                <a16:creationId xmlns:a16="http://schemas.microsoft.com/office/drawing/2014/main" id="{BB81BABB-B5F3-43E8-B419-811302BD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Carga</a:t>
            </a:r>
          </a:p>
        </p:txBody>
      </p:sp>
      <p:sp>
        <p:nvSpPr>
          <p:cNvPr id="49" name="s8-text-48">
            <a:extLst xmlns:a="http://schemas.openxmlformats.org/drawingml/2006/main">
              <a:ext uri="{FF2B5EF4-FFF2-40B4-BE49-F238E27FC236}">
                <a16:creationId xmlns:a16="http://schemas.microsoft.com/office/drawing/2014/main" id="{42B78096-7C5B-49A8-96D5-E37C814A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Mantener el ancho y el contexto. Evitar envíos duplicados mientras se procesa.</a:t>
            </a:r>
          </a:p>
        </p:txBody>
      </p:sp>
      <p:sp>
        <p:nvSpPr>
          <p:cNvPr id="50" name="s8-text-49">
            <a:extLst xmlns:a="http://schemas.openxmlformats.org/drawingml/2006/main">
              <a:ext uri="{FF2B5EF4-FFF2-40B4-BE49-F238E27FC236}">
                <a16:creationId xmlns:a16="http://schemas.microsoft.com/office/drawing/2014/main" id="{0507D6E7-8B09-4A7E-8FB6-9B50813A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Comportamiento</a:t>
            </a:r>
          </a:p>
        </p:txBody>
      </p:sp>
      <p:sp>
        <p:nvSpPr>
          <p:cNvPr id="51" name="s8-text-50">
            <a:extLst xmlns:a="http://schemas.openxmlformats.org/drawingml/2006/main">
              <a:ext uri="{FF2B5EF4-FFF2-40B4-BE49-F238E27FC236}">
                <a16:creationId xmlns:a16="http://schemas.microsoft.com/office/drawing/2014/main" id="{347F189D-14B3-4238-A50A-2AB47C71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button ejecuta acciones. Un enlace cambia el destino o la ubicación.</a:t>
            </a:r>
          </a:p>
        </p:txBody>
      </p:sp>
      <p:sp>
        <p:nvSpPr>
          <p:cNvPr id="52" name="s8-rect-51">
            <a:extLst xmlns:a="http://schemas.openxmlformats.org/drawingml/2006/main">
              <a:ext uri="{FF2B5EF4-FFF2-40B4-BE49-F238E27FC236}">
                <a16:creationId xmlns:a16="http://schemas.microsoft.com/office/drawing/2014/main" id="{F735CDE9-FAEF-45D2-9063-FD0EAB59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3" name="s8-text-52">
            <a:extLst xmlns:a="http://schemas.openxmlformats.org/drawingml/2006/main">
              <a:ext uri="{FF2B5EF4-FFF2-40B4-BE49-F238E27FC236}">
                <a16:creationId xmlns:a16="http://schemas.microsoft.com/office/drawing/2014/main" id="{A6E68C08-9C3B-44AE-A80B-0C25BFC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Button: variant, size, disabled, loading y nombre accesible. El estado no cambia el significado de la acción.</a:t>
            </a:r>
          </a:p>
        </p:txBody>
      </p:sp>
    </p:spTree>
    <p:extLst>
      <p:ext uri="{BB962C8B-B14F-4D97-AF65-F5344CB8AC3E}">
        <p14:creationId xmlns:p14="http://schemas.microsoft.com/office/powerpoint/2010/main" val="1411424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9-rect-0">
            <a:extLst xmlns:a="http://schemas.openxmlformats.org/drawingml/2006/main">
              <a:ext uri="{FF2B5EF4-FFF2-40B4-BE49-F238E27FC236}">
                <a16:creationId xmlns:a16="http://schemas.microsoft.com/office/drawing/2014/main" id="{DB0A7406-B7FA-41AC-8A91-E8A255AF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9-text-1">
            <a:extLst xmlns:a="http://schemas.openxmlformats.org/drawingml/2006/main">
              <a:ext uri="{FF2B5EF4-FFF2-40B4-BE49-F238E27FC236}">
                <a16:creationId xmlns:a16="http://schemas.microsoft.com/office/drawing/2014/main" id="{33C31BA4-CA7F-4B32-8FC6-DCCB9A7F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9-text-2">
            <a:extLst xmlns:a="http://schemas.openxmlformats.org/drawingml/2006/main">
              <a:ext uri="{FF2B5EF4-FFF2-40B4-BE49-F238E27FC236}">
                <a16:creationId xmlns:a16="http://schemas.microsoft.com/office/drawing/2014/main" id="{8EB8B644-766B-44E4-928B-FCEBAB58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9-rect-3">
            <a:extLst xmlns:a="http://schemas.openxmlformats.org/drawingml/2006/main">
              <a:ext uri="{FF2B5EF4-FFF2-40B4-BE49-F238E27FC236}">
                <a16:creationId xmlns:a16="http://schemas.microsoft.com/office/drawing/2014/main" id="{0F7A68A6-140E-4B35-8868-E3722391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9-text-4">
            <a:extLst xmlns:a="http://schemas.openxmlformats.org/drawingml/2006/main">
              <a:ext uri="{FF2B5EF4-FFF2-40B4-BE49-F238E27FC236}">
                <a16:creationId xmlns:a16="http://schemas.microsoft.com/office/drawing/2014/main" id="{4F80193B-0A80-474F-B66B-AB0DC245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Enlaces y acciones compactas</a:t>
            </a:r>
          </a:p>
        </p:txBody>
      </p:sp>
      <p:sp>
        <p:nvSpPr>
          <p:cNvPr id="6" name="s9-text-5">
            <a:extLst xmlns:a="http://schemas.openxmlformats.org/drawingml/2006/main">
              <a:ext uri="{FF2B5EF4-FFF2-40B4-BE49-F238E27FC236}">
                <a16:creationId xmlns:a16="http://schemas.microsoft.com/office/drawing/2014/main" id="{A81324FB-9B7D-4EF4-9A0B-ED033D00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enlaces explican el destino. Los iconos mantienen una interacción reconocible</a:t>
            </a:r>
          </a:p>
        </p:txBody>
      </p:sp>
      <p:sp>
        <p:nvSpPr>
          <p:cNvPr id="7" name="s9-text-6">
            <a:extLst xmlns:a="http://schemas.openxmlformats.org/drawingml/2006/main">
              <a:ext uri="{FF2B5EF4-FFF2-40B4-BE49-F238E27FC236}">
                <a16:creationId xmlns:a16="http://schemas.microsoft.com/office/drawing/2014/main" id="{C41237DE-0AA6-4BD4-8574-5AE332B7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s9-text-7">
            <a:extLst xmlns:a="http://schemas.openxmlformats.org/drawingml/2006/main">
              <a:ext uri="{FF2B5EF4-FFF2-40B4-BE49-F238E27FC236}">
                <a16:creationId xmlns:a16="http://schemas.microsoft.com/office/drawing/2014/main" id="{0BB661FC-70EC-419F-95AF-63CF1600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8575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Ver la colección</a:t>
            </a:r>
          </a:p>
        </p:txBody>
      </p:sp>
      <p:sp>
        <p:nvSpPr>
          <p:cNvPr id="9" name="s9-rect-8">
            <a:extLst xmlns:a="http://schemas.openxmlformats.org/drawingml/2006/main">
              <a:ext uri="{FF2B5EF4-FFF2-40B4-BE49-F238E27FC236}">
                <a16:creationId xmlns:a16="http://schemas.microsoft.com/office/drawing/2014/main" id="{18AFC163-9E56-4DFD-BF39-065E15F8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0" name="s9-text-9">
            <a:extLst xmlns:a="http://schemas.openxmlformats.org/drawingml/2006/main">
              <a:ext uri="{FF2B5EF4-FFF2-40B4-BE49-F238E27FC236}">
                <a16:creationId xmlns:a16="http://schemas.microsoft.com/office/drawing/2014/main" id="{A45B6C8D-1BAF-44C9-8C68-A385E4E4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0005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6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Leer nuestra historia  ↗</a:t>
            </a:r>
          </a:p>
        </p:txBody>
      </p:sp>
      <p:sp>
        <p:nvSpPr>
          <p:cNvPr id="11" name="s9-text-10">
            <a:extLst xmlns:a="http://schemas.openxmlformats.org/drawingml/2006/main">
              <a:ext uri="{FF2B5EF4-FFF2-40B4-BE49-F238E27FC236}">
                <a16:creationId xmlns:a16="http://schemas.microsoft.com/office/drawing/2014/main" id="{A6E81619-67B4-4B09-BFB9-10DFE65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5D4A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4A8B"/>
                </a:solidFill>
                <a:latin typeface="Arial"/>
                <a:ea typeface="Arial"/>
                <a:cs typeface="Arial"/>
              </a:rPr>
              <a:t>Enlace visitado</a:t>
            </a:r>
          </a:p>
        </p:txBody>
      </p:sp>
      <p:sp>
        <p:nvSpPr>
          <p:cNvPr id="12" name="s9-text-11">
            <a:extLst xmlns:a="http://schemas.openxmlformats.org/drawingml/2006/main">
              <a:ext uri="{FF2B5EF4-FFF2-40B4-BE49-F238E27FC236}">
                <a16:creationId xmlns:a16="http://schemas.microsoft.com/office/drawing/2014/main" id="{BBD58079-1AAC-4D2A-9022-8005B6C8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09800"/>
            <a:ext cx="2857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Solo icono</a:t>
            </a:r>
          </a:p>
        </p:txBody>
      </p:sp>
      <p:sp>
        <p:nvSpPr>
          <p:cNvPr id="13" name="s9-rect-12">
            <a:extLst xmlns:a="http://schemas.openxmlformats.org/drawingml/2006/main">
              <a:ext uri="{FF2B5EF4-FFF2-40B4-BE49-F238E27FC236}">
                <a16:creationId xmlns:a16="http://schemas.microsoft.com/office/drawing/2014/main" id="{D24BCC03-C58A-47FD-9805-78F1F2F7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670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4" name="s9-text-13">
            <a:extLst xmlns:a="http://schemas.openxmlformats.org/drawingml/2006/main">
              <a:ext uri="{FF2B5EF4-FFF2-40B4-BE49-F238E27FC236}">
                <a16:creationId xmlns:a16="http://schemas.microsoft.com/office/drawing/2014/main" id="{CA0B6391-77F7-423B-9EE9-1E5D93CF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62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5" name="s9-rect-14">
            <a:extLst xmlns:a="http://schemas.openxmlformats.org/drawingml/2006/main">
              <a:ext uri="{FF2B5EF4-FFF2-40B4-BE49-F238E27FC236}">
                <a16:creationId xmlns:a16="http://schemas.microsoft.com/office/drawing/2014/main" id="{F97C21E3-1582-4754-80B6-B0C780F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670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6" name="s9-text-15">
            <a:extLst xmlns:a="http://schemas.openxmlformats.org/drawingml/2006/main">
              <a:ext uri="{FF2B5EF4-FFF2-40B4-BE49-F238E27FC236}">
                <a16:creationId xmlns:a16="http://schemas.microsoft.com/office/drawing/2014/main" id="{D470060F-B96A-4EC0-98FE-FA447EAD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62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9-rect-16">
            <a:extLst xmlns:a="http://schemas.openxmlformats.org/drawingml/2006/main">
              <a:ext uri="{FF2B5EF4-FFF2-40B4-BE49-F238E27FC236}">
                <a16:creationId xmlns:a16="http://schemas.microsoft.com/office/drawing/2014/main" id="{0EC01A21-BA7F-4690-8B74-23F71B6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6670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8" name="s9-text-17">
            <a:extLst xmlns:a="http://schemas.openxmlformats.org/drawingml/2006/main">
              <a:ext uri="{FF2B5EF4-FFF2-40B4-BE49-F238E27FC236}">
                <a16:creationId xmlns:a16="http://schemas.microsoft.com/office/drawing/2014/main" id="{722B1293-B66F-4943-9A05-F3F6807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19" name="s9-rect-18">
            <a:extLst xmlns:a="http://schemas.openxmlformats.org/drawingml/2006/main">
              <a:ext uri="{FF2B5EF4-FFF2-40B4-BE49-F238E27FC236}">
                <a16:creationId xmlns:a16="http://schemas.microsoft.com/office/drawing/2014/main" id="{FB2017B1-AD19-4DBE-BDA8-A0478E40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0" name="s9-text-19">
            <a:extLst xmlns:a="http://schemas.openxmlformats.org/drawingml/2006/main">
              <a:ext uri="{FF2B5EF4-FFF2-40B4-BE49-F238E27FC236}">
                <a16:creationId xmlns:a16="http://schemas.microsoft.com/office/drawing/2014/main" id="{93707EC2-788E-4CBD-82DF-5E3BF0E2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62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1" name="s9-rect-20">
            <a:extLst xmlns:a="http://schemas.openxmlformats.org/drawingml/2006/main">
              <a:ext uri="{FF2B5EF4-FFF2-40B4-BE49-F238E27FC236}">
                <a16:creationId xmlns:a16="http://schemas.microsoft.com/office/drawing/2014/main" id="{1945942A-4E6A-437B-83F2-C57E781A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528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459DF"/>
            </a:solidFill>
          </a:ln>
        </p:spPr>
      </p:sp>
      <p:sp>
        <p:nvSpPr>
          <p:cNvPr id="22" name="s9-text-21">
            <a:extLst xmlns:a="http://schemas.openxmlformats.org/drawingml/2006/main">
              <a:ext uri="{FF2B5EF4-FFF2-40B4-BE49-F238E27FC236}">
                <a16:creationId xmlns:a16="http://schemas.microsoft.com/office/drawing/2014/main" id="{8CAC5137-AFAA-4215-BCF6-84D77B3B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481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23" name="s9-rect-22">
            <a:extLst xmlns:a="http://schemas.openxmlformats.org/drawingml/2006/main">
              <a:ext uri="{FF2B5EF4-FFF2-40B4-BE49-F238E27FC236}">
                <a16:creationId xmlns:a16="http://schemas.microsoft.com/office/drawing/2014/main" id="{629A8158-7F4D-4AA4-ACB8-3019FB2D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528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4" name="s9-text-23">
            <a:extLst xmlns:a="http://schemas.openxmlformats.org/drawingml/2006/main">
              <a:ext uri="{FF2B5EF4-FFF2-40B4-BE49-F238E27FC236}">
                <a16:creationId xmlns:a16="http://schemas.microsoft.com/office/drawing/2014/main" id="{26E18B5B-30A0-4838-993E-30AF1D05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67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0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6638"/>
                </a:solidFill>
                <a:latin typeface="Arial"/>
                <a:ea typeface="Arial"/>
                <a:cs typeface="Arial"/>
              </a:rPr>
              <a:t>♥</a:t>
            </a:r>
          </a:p>
        </p:txBody>
      </p:sp>
      <p:sp>
        <p:nvSpPr>
          <p:cNvPr id="25" name="s9-rect-24">
            <a:extLst xmlns:a="http://schemas.openxmlformats.org/drawingml/2006/main">
              <a:ext uri="{FF2B5EF4-FFF2-40B4-BE49-F238E27FC236}">
                <a16:creationId xmlns:a16="http://schemas.microsoft.com/office/drawing/2014/main" id="{1A955DE5-6A2E-4538-84C4-59310CE6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77240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6" name="s9-text-25">
            <a:extLst xmlns:a="http://schemas.openxmlformats.org/drawingml/2006/main">
              <a:ext uri="{FF2B5EF4-FFF2-40B4-BE49-F238E27FC236}">
                <a16:creationId xmlns:a16="http://schemas.microsoft.com/office/drawing/2014/main" id="{FCBED853-48B1-40D2-AA06-3BBD0151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74295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Área de interacción</a:t>
            </a:r>
          </a:p>
        </p:txBody>
      </p:sp>
      <p:sp>
        <p:nvSpPr>
          <p:cNvPr id="27" name="s9-text-26">
            <a:extLst xmlns:a="http://schemas.openxmlformats.org/drawingml/2006/main">
              <a:ext uri="{FF2B5EF4-FFF2-40B4-BE49-F238E27FC236}">
                <a16:creationId xmlns:a16="http://schemas.microsoft.com/office/drawing/2014/main" id="{FBE4A4BA-751D-40F7-8A7E-6741C9C9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icono puede medir 20 px. Su área de pulsación propuesta es de al menos 44 × 44 px.</a:t>
            </a:r>
          </a:p>
        </p:txBody>
      </p:sp>
      <p:sp>
        <p:nvSpPr>
          <p:cNvPr id="28" name="s9-rect-27">
            <a:extLst xmlns:a="http://schemas.openxmlformats.org/drawingml/2006/main">
              <a:ext uri="{FF2B5EF4-FFF2-40B4-BE49-F238E27FC236}">
                <a16:creationId xmlns:a16="http://schemas.microsoft.com/office/drawing/2014/main" id="{5F4957EA-9294-483D-BE61-16B8E5E3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9" name="s9-text-28">
            <a:extLst xmlns:a="http://schemas.openxmlformats.org/drawingml/2006/main">
              <a:ext uri="{FF2B5EF4-FFF2-40B4-BE49-F238E27FC236}">
                <a16:creationId xmlns:a16="http://schemas.microsoft.com/office/drawing/2014/main" id="{2AF79709-5A4C-4FE2-92DA-8F1044A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30" name="s9-text-29">
            <a:extLst xmlns:a="http://schemas.openxmlformats.org/drawingml/2006/main">
              <a:ext uri="{FF2B5EF4-FFF2-40B4-BE49-F238E27FC236}">
                <a16:creationId xmlns:a16="http://schemas.microsoft.com/office/drawing/2014/main" id="{26C92B3D-AF66-4767-AEE3-FEF359D6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Destino claro</a:t>
            </a:r>
          </a:p>
        </p:txBody>
      </p:sp>
      <p:sp>
        <p:nvSpPr>
          <p:cNvPr id="31" name="s9-text-30">
            <a:extLst xmlns:a="http://schemas.openxmlformats.org/drawingml/2006/main">
              <a:ext uri="{FF2B5EF4-FFF2-40B4-BE49-F238E27FC236}">
                <a16:creationId xmlns:a16="http://schemas.microsoft.com/office/drawing/2014/main" id="{8D98A8D6-7287-4B8F-96A9-C3A9866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“Ver detalles del regalo” aporta más contexto que “Haz clic aquí”.</a:t>
            </a:r>
          </a:p>
        </p:txBody>
      </p:sp>
      <p:sp>
        <p:nvSpPr>
          <p:cNvPr id="32" name="s9-text-31">
            <a:extLst xmlns:a="http://schemas.openxmlformats.org/drawingml/2006/main">
              <a:ext uri="{FF2B5EF4-FFF2-40B4-BE49-F238E27FC236}">
                <a16:creationId xmlns:a16="http://schemas.microsoft.com/office/drawing/2014/main" id="{1FCCD1AE-D68A-4FED-A385-7FCF148D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Selección persistente</a:t>
            </a:r>
          </a:p>
        </p:txBody>
      </p:sp>
      <p:sp>
        <p:nvSpPr>
          <p:cNvPr id="33" name="s9-text-32">
            <a:extLst xmlns:a="http://schemas.openxmlformats.org/drawingml/2006/main">
              <a:ext uri="{FF2B5EF4-FFF2-40B4-BE49-F238E27FC236}">
                <a16:creationId xmlns:a16="http://schemas.microsoft.com/office/drawing/2014/main" id="{327BD74A-E9AA-4F12-8900-EE6A983C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Favoritos mantiene un estado pulsado y anuncia el cambio de forma accesible.</a:t>
            </a:r>
          </a:p>
        </p:txBody>
      </p:sp>
      <p:sp>
        <p:nvSpPr>
          <p:cNvPr id="34" name="s9-text-33">
            <a:extLst xmlns:a="http://schemas.openxmlformats.org/drawingml/2006/main">
              <a:ext uri="{FF2B5EF4-FFF2-40B4-BE49-F238E27FC236}">
                <a16:creationId xmlns:a16="http://schemas.microsoft.com/office/drawing/2014/main" id="{17F495C5-A244-469F-9C59-3ACD72A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Foco visible</a:t>
            </a:r>
          </a:p>
        </p:txBody>
      </p:sp>
      <p:sp>
        <p:nvSpPr>
          <p:cNvPr id="35" name="s9-text-34">
            <a:extLst xmlns:a="http://schemas.openxmlformats.org/drawingml/2006/main">
              <a:ext uri="{FF2B5EF4-FFF2-40B4-BE49-F238E27FC236}">
                <a16:creationId xmlns:a16="http://schemas.microsoft.com/office/drawing/2014/main" id="{585CF8C4-2D71-49BA-BA52-B8EF7929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foco rodea toda el área interactiva, también cuando no hay borde visible.</a:t>
            </a:r>
          </a:p>
        </p:txBody>
      </p:sp>
      <p:sp>
        <p:nvSpPr>
          <p:cNvPr id="36" name="s9-rect-35">
            <a:extLst xmlns:a="http://schemas.openxmlformats.org/drawingml/2006/main">
              <a:ext uri="{FF2B5EF4-FFF2-40B4-BE49-F238E27FC236}">
                <a16:creationId xmlns:a16="http://schemas.microsoft.com/office/drawing/2014/main" id="{51745103-839F-401F-91A6-BAAF9388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7" name="s9-text-36">
            <a:extLst xmlns:a="http://schemas.openxmlformats.org/drawingml/2006/main">
              <a:ext uri="{FF2B5EF4-FFF2-40B4-BE49-F238E27FC236}">
                <a16:creationId xmlns:a16="http://schemas.microsoft.com/office/drawing/2014/main" id="{602B7AD6-3025-4D59-9E87-0C450A1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Link, IconButton y ToggleButton comparten escala, foco y reglas de desactivación.</a:t>
            </a:r>
          </a:p>
        </p:txBody>
      </p:sp>
    </p:spTree>
    <p:extLst>
      <p:ext uri="{BB962C8B-B14F-4D97-AF65-F5344CB8AC3E}">
        <p14:creationId xmlns:p14="http://schemas.microsoft.com/office/powerpoint/2010/main" val="1226451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10-rect-0">
            <a:extLst xmlns:a="http://schemas.openxmlformats.org/drawingml/2006/main">
              <a:ext uri="{FF2B5EF4-FFF2-40B4-BE49-F238E27FC236}">
                <a16:creationId xmlns:a16="http://schemas.microsoft.com/office/drawing/2014/main" id="{0D4F1DA2-0E4A-4F17-8E68-D0FA7F89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0-text-1">
            <a:extLst xmlns:a="http://schemas.openxmlformats.org/drawingml/2006/main">
              <a:ext uri="{FF2B5EF4-FFF2-40B4-BE49-F238E27FC236}">
                <a16:creationId xmlns:a16="http://schemas.microsoft.com/office/drawing/2014/main" id="{453E98F4-2629-49B3-A267-E7F57FD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0-text-2">
            <a:extLst xmlns:a="http://schemas.openxmlformats.org/drawingml/2006/main">
              <a:ext uri="{FF2B5EF4-FFF2-40B4-BE49-F238E27FC236}">
                <a16:creationId xmlns:a16="http://schemas.microsoft.com/office/drawing/2014/main" id="{49E52997-47EB-491B-944C-D64FA36D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0-rect-3">
            <a:extLst xmlns:a="http://schemas.openxmlformats.org/drawingml/2006/main">
              <a:ext uri="{FF2B5EF4-FFF2-40B4-BE49-F238E27FC236}">
                <a16:creationId xmlns:a16="http://schemas.microsoft.com/office/drawing/2014/main" id="{80AE53AB-98EE-42A1-8951-A05AEDE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0-text-4">
            <a:extLst xmlns:a="http://schemas.openxmlformats.org/drawingml/2006/main">
              <a:ext uri="{FF2B5EF4-FFF2-40B4-BE49-F238E27FC236}">
                <a16:creationId xmlns:a16="http://schemas.microsoft.com/office/drawing/2014/main" id="{ADD2A1B5-C489-4D62-9664-A6EBB0A7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Campos de texto</a:t>
            </a:r>
          </a:p>
        </p:txBody>
      </p:sp>
      <p:sp>
        <p:nvSpPr>
          <p:cNvPr id="6" name="s10-text-5">
            <a:extLst xmlns:a="http://schemas.openxmlformats.org/drawingml/2006/main">
              <a:ext uri="{FF2B5EF4-FFF2-40B4-BE49-F238E27FC236}">
                <a16:creationId xmlns:a16="http://schemas.microsoft.com/office/drawing/2014/main" id="{6F72CCED-E499-4491-AA20-339C6C04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Etiqueta persistente, valor legible y ayuda junto al campo</a:t>
            </a:r>
          </a:p>
        </p:txBody>
      </p:sp>
      <p:sp>
        <p:nvSpPr>
          <p:cNvPr id="7" name="s10-text-6">
            <a:extLst xmlns:a="http://schemas.openxmlformats.org/drawingml/2006/main">
              <a:ext uri="{FF2B5EF4-FFF2-40B4-BE49-F238E27FC236}">
                <a16:creationId xmlns:a16="http://schemas.microsoft.com/office/drawing/2014/main" id="{ACD75F7E-D319-4F6D-840B-E46A4671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s10-text-7">
            <a:extLst xmlns:a="http://schemas.openxmlformats.org/drawingml/2006/main">
              <a:ext uri="{FF2B5EF4-FFF2-40B4-BE49-F238E27FC236}">
                <a16:creationId xmlns:a16="http://schemas.microsoft.com/office/drawing/2014/main" id="{3EA8F0D5-003E-4450-8D24-09FFEDB0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619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Nombre completo</a:t>
            </a:r>
          </a:p>
        </p:txBody>
      </p:sp>
      <p:sp>
        <p:nvSpPr>
          <p:cNvPr id="9" name="s10-rect-8">
            <a:extLst xmlns:a="http://schemas.openxmlformats.org/drawingml/2006/main">
              <a:ext uri="{FF2B5EF4-FFF2-40B4-BE49-F238E27FC236}">
                <a16:creationId xmlns:a16="http://schemas.microsoft.com/office/drawing/2014/main" id="{D884A42D-0D09-4DEE-A79E-90B58CE1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3619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7C8390"/>
            </a:solidFill>
          </a:ln>
        </p:spPr>
      </p:sp>
      <p:sp>
        <p:nvSpPr>
          <p:cNvPr id="10" name="s10-text-9">
            <a:extLst xmlns:a="http://schemas.openxmlformats.org/drawingml/2006/main">
              <a:ext uri="{FF2B5EF4-FFF2-40B4-BE49-F238E27FC236}">
                <a16:creationId xmlns:a16="http://schemas.microsoft.com/office/drawing/2014/main" id="{4840BAD9-13A8-483D-A70B-D9D8344A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2412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Escribe tu nombre</a:t>
            </a:r>
          </a:p>
        </p:txBody>
      </p:sp>
      <p:sp>
        <p:nvSpPr>
          <p:cNvPr id="11" name="s10-text-10">
            <a:extLst xmlns:a="http://schemas.openxmlformats.org/drawingml/2006/main">
              <a:ext uri="{FF2B5EF4-FFF2-40B4-BE49-F238E27FC236}">
                <a16:creationId xmlns:a16="http://schemas.microsoft.com/office/drawing/2014/main" id="{13E341B4-5586-4DE3-B4E4-682DFF8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Tal como quieres que aparezca.</a:t>
            </a:r>
          </a:p>
        </p:txBody>
      </p:sp>
      <p:sp>
        <p:nvSpPr>
          <p:cNvPr id="12" name="s10-text-11">
            <a:extLst xmlns:a="http://schemas.openxmlformats.org/drawingml/2006/main">
              <a:ext uri="{FF2B5EF4-FFF2-40B4-BE49-F238E27FC236}">
                <a16:creationId xmlns:a16="http://schemas.microsoft.com/office/drawing/2014/main" id="{1B72CB92-BF4B-4312-9D53-EF9A88C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62175"/>
            <a:ext cx="3619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Correo electrónico</a:t>
            </a:r>
          </a:p>
        </p:txBody>
      </p:sp>
      <p:sp>
        <p:nvSpPr>
          <p:cNvPr id="13" name="s10-rect-12">
            <a:extLst xmlns:a="http://schemas.openxmlformats.org/drawingml/2006/main">
              <a:ext uri="{FF2B5EF4-FFF2-40B4-BE49-F238E27FC236}">
                <a16:creationId xmlns:a16="http://schemas.microsoft.com/office/drawing/2014/main" id="{BD88B1C0-6AD3-4E57-A0BC-E9BDFB78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81250"/>
            <a:ext cx="3676650" cy="47625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459DF"/>
            </a:solidFill>
          </a:ln>
        </p:spPr>
      </p:sp>
      <p:sp>
        <p:nvSpPr>
          <p:cNvPr id="14" name="s10-rect-13">
            <a:extLst xmlns:a="http://schemas.openxmlformats.org/drawingml/2006/main">
              <a:ext uri="{FF2B5EF4-FFF2-40B4-BE49-F238E27FC236}">
                <a16:creationId xmlns:a16="http://schemas.microsoft.com/office/drawing/2014/main" id="{AAFB4705-F239-403E-A89E-82FB094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9825"/>
            <a:ext cx="3619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3459DF"/>
            </a:solidFill>
          </a:ln>
        </p:spPr>
      </p:sp>
      <p:sp>
        <p:nvSpPr>
          <p:cNvPr id="15" name="s10-text-14">
            <a:extLst xmlns:a="http://schemas.openxmlformats.org/drawingml/2006/main">
              <a:ext uri="{FF2B5EF4-FFF2-40B4-BE49-F238E27FC236}">
                <a16:creationId xmlns:a16="http://schemas.microsoft.com/office/drawing/2014/main" id="{76CE528B-89A2-40D5-BAC0-322F887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2412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ana@ejemplo.es</a:t>
            </a:r>
          </a:p>
        </p:txBody>
      </p:sp>
      <p:sp>
        <p:nvSpPr>
          <p:cNvPr id="16" name="s10-text-15">
            <a:extLst xmlns:a="http://schemas.openxmlformats.org/drawingml/2006/main">
              <a:ext uri="{FF2B5EF4-FFF2-40B4-BE49-F238E27FC236}">
                <a16:creationId xmlns:a16="http://schemas.microsoft.com/office/drawing/2014/main" id="{4A4CA655-E2B9-4221-A68F-91307F39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241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Usaremos esta dirección para responderte.</a:t>
            </a:r>
          </a:p>
        </p:txBody>
      </p:sp>
      <p:sp>
        <p:nvSpPr>
          <p:cNvPr id="17" name="s10-text-16">
            <a:extLst xmlns:a="http://schemas.openxmlformats.org/drawingml/2006/main">
              <a:ext uri="{FF2B5EF4-FFF2-40B4-BE49-F238E27FC236}">
                <a16:creationId xmlns:a16="http://schemas.microsoft.com/office/drawing/2014/main" id="{083FD882-0004-46E0-BDFC-D6BC2BAE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619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Correo electrónico</a:t>
            </a:r>
          </a:p>
        </p:txBody>
      </p:sp>
      <p:sp>
        <p:nvSpPr>
          <p:cNvPr id="18" name="s10-rect-17">
            <a:extLst xmlns:a="http://schemas.openxmlformats.org/drawingml/2006/main">
              <a:ext uri="{FF2B5EF4-FFF2-40B4-BE49-F238E27FC236}">
                <a16:creationId xmlns:a16="http://schemas.microsoft.com/office/drawing/2014/main" id="{F2E86889-B19E-41AB-9EFB-0507941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619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B33836"/>
            </a:solidFill>
          </a:ln>
        </p:spPr>
      </p:sp>
      <p:sp>
        <p:nvSpPr>
          <p:cNvPr id="19" name="s10-text-18">
            <a:extLst xmlns:a="http://schemas.openxmlformats.org/drawingml/2006/main">
              <a:ext uri="{FF2B5EF4-FFF2-40B4-BE49-F238E27FC236}">
                <a16:creationId xmlns:a16="http://schemas.microsoft.com/office/drawing/2014/main" id="{682CD151-CDA3-4D69-BA76-BD0AB33D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6242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ana@</a:t>
            </a:r>
          </a:p>
        </p:txBody>
      </p:sp>
      <p:sp>
        <p:nvSpPr>
          <p:cNvPr id="20" name="s10-text-19">
            <a:extLst xmlns:a="http://schemas.openxmlformats.org/drawingml/2006/main">
              <a:ext uri="{FF2B5EF4-FFF2-40B4-BE49-F238E27FC236}">
                <a16:creationId xmlns:a16="http://schemas.microsoft.com/office/drawing/2014/main" id="{FE6DBEB4-41AD-48D9-B732-747FB66E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Introduce una dirección válida.</a:t>
            </a:r>
          </a:p>
        </p:txBody>
      </p:sp>
      <p:sp>
        <p:nvSpPr>
          <p:cNvPr id="21" name="s10-text-20">
            <a:extLst xmlns:a="http://schemas.openxmlformats.org/drawingml/2006/main">
              <a:ext uri="{FF2B5EF4-FFF2-40B4-BE49-F238E27FC236}">
                <a16:creationId xmlns:a16="http://schemas.microsoft.com/office/drawing/2014/main" id="{84666C29-DFE0-44D9-82E6-F74CEEA2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00475"/>
            <a:ext cx="3619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Referencia</a:t>
            </a:r>
          </a:p>
        </p:txBody>
      </p:sp>
      <p:sp>
        <p:nvSpPr>
          <p:cNvPr id="22" name="s10-rect-21">
            <a:extLst xmlns:a="http://schemas.openxmlformats.org/drawingml/2006/main">
              <a:ext uri="{FF2B5EF4-FFF2-40B4-BE49-F238E27FC236}">
                <a16:creationId xmlns:a16="http://schemas.microsoft.com/office/drawing/2014/main" id="{6A8C702C-882C-48E1-94F1-A41654F1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48125"/>
            <a:ext cx="3619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5DF"/>
          </a:solidFill>
          <a:ln xmlns:a="http://schemas.openxmlformats.org/drawingml/2006/main" w="9525">
            <a:solidFill>
              <a:srgbClr val="7C8390"/>
            </a:solidFill>
          </a:ln>
        </p:spPr>
      </p:sp>
      <p:sp>
        <p:nvSpPr>
          <p:cNvPr id="23" name="s10-text-22">
            <a:extLst xmlns:a="http://schemas.openxmlformats.org/drawingml/2006/main">
              <a:ext uri="{FF2B5EF4-FFF2-40B4-BE49-F238E27FC236}">
                <a16:creationId xmlns:a16="http://schemas.microsoft.com/office/drawing/2014/main" id="{4BDE0B6F-D299-4115-9774-651EEC6D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6242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7A83"/>
                </a:solidFill>
                <a:latin typeface="Arial"/>
                <a:ea typeface="Arial"/>
                <a:cs typeface="Arial"/>
              </a:rPr>
              <a:t>IH-00024</a:t>
            </a:r>
          </a:p>
        </p:txBody>
      </p:sp>
      <p:sp>
        <p:nvSpPr>
          <p:cNvPr id="24" name="s10-text-23">
            <a:extLst xmlns:a="http://schemas.openxmlformats.org/drawingml/2006/main">
              <a:ext uri="{FF2B5EF4-FFF2-40B4-BE49-F238E27FC236}">
                <a16:creationId xmlns:a16="http://schemas.microsoft.com/office/drawing/2014/main" id="{F2656FDF-3869-44F3-8C6B-D3E47E76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Este dato no se puede editar.</a:t>
            </a:r>
          </a:p>
        </p:txBody>
      </p:sp>
      <p:sp>
        <p:nvSpPr>
          <p:cNvPr id="25" name="s10-rect-24">
            <a:extLst xmlns:a="http://schemas.openxmlformats.org/drawingml/2006/main">
              <a:ext uri="{FF2B5EF4-FFF2-40B4-BE49-F238E27FC236}">
                <a16:creationId xmlns:a16="http://schemas.microsoft.com/office/drawing/2014/main" id="{5B494C17-FF56-4D66-B66B-D32696B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6" name="s10-text-25">
            <a:extLst xmlns:a="http://schemas.openxmlformats.org/drawingml/2006/main">
              <a:ext uri="{FF2B5EF4-FFF2-40B4-BE49-F238E27FC236}">
                <a16:creationId xmlns:a16="http://schemas.microsoft.com/office/drawing/2014/main" id="{393E022C-F5FC-48A7-8343-BCA3E965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7" name="s10-text-26">
            <a:extLst xmlns:a="http://schemas.openxmlformats.org/drawingml/2006/main">
              <a:ext uri="{FF2B5EF4-FFF2-40B4-BE49-F238E27FC236}">
                <a16:creationId xmlns:a16="http://schemas.microsoft.com/office/drawing/2014/main" id="{3D58ABD7-046D-4EBA-B04E-6F8EE856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Anatomía</a:t>
            </a:r>
          </a:p>
        </p:txBody>
      </p:sp>
      <p:sp>
        <p:nvSpPr>
          <p:cNvPr id="28" name="s10-text-27">
            <a:extLst xmlns:a="http://schemas.openxmlformats.org/drawingml/2006/main">
              <a:ext uri="{FF2B5EF4-FFF2-40B4-BE49-F238E27FC236}">
                <a16:creationId xmlns:a16="http://schemas.microsoft.com/office/drawing/2014/main" id="{7ACCF43B-C4E5-4316-BF22-C7DA602F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Etiqueta, control, ayuda y mensaje de error mantienen una relación programática.</a:t>
            </a:r>
          </a:p>
        </p:txBody>
      </p:sp>
      <p:sp>
        <p:nvSpPr>
          <p:cNvPr id="29" name="s10-text-28">
            <a:extLst xmlns:a="http://schemas.openxmlformats.org/drawingml/2006/main">
              <a:ext uri="{FF2B5EF4-FFF2-40B4-BE49-F238E27FC236}">
                <a16:creationId xmlns:a16="http://schemas.microsoft.com/office/drawing/2014/main" id="{78EE19D9-FB45-4387-8B3F-8ECF80C9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Tipos de dato</a:t>
            </a:r>
          </a:p>
        </p:txBody>
      </p:sp>
      <p:sp>
        <p:nvSpPr>
          <p:cNvPr id="30" name="s10-text-29">
            <a:extLst xmlns:a="http://schemas.openxmlformats.org/drawingml/2006/main">
              <a:ext uri="{FF2B5EF4-FFF2-40B4-BE49-F238E27FC236}">
                <a16:creationId xmlns:a16="http://schemas.microsoft.com/office/drawing/2014/main" id="{49FA798D-57BE-4ED2-A467-E5FFD55D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Correo, teléfono, contraseña y número usan teclado y autocompletado adecuados.</a:t>
            </a:r>
          </a:p>
        </p:txBody>
      </p:sp>
      <p:sp>
        <p:nvSpPr>
          <p:cNvPr id="31" name="s10-text-30">
            <a:extLst xmlns:a="http://schemas.openxmlformats.org/drawingml/2006/main">
              <a:ext uri="{FF2B5EF4-FFF2-40B4-BE49-F238E27FC236}">
                <a16:creationId xmlns:a16="http://schemas.microsoft.com/office/drawing/2014/main" id="{E50C101B-449E-4923-B614-1FE58466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Error recuperable</a:t>
            </a:r>
          </a:p>
        </p:txBody>
      </p:sp>
      <p:sp>
        <p:nvSpPr>
          <p:cNvPr id="32" name="s10-text-31">
            <a:extLst xmlns:a="http://schemas.openxmlformats.org/drawingml/2006/main">
              <a:ext uri="{FF2B5EF4-FFF2-40B4-BE49-F238E27FC236}">
                <a16:creationId xmlns:a16="http://schemas.microsoft.com/office/drawing/2014/main" id="{A92ACCFE-0B3E-45C0-959E-5B3F6EB6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Conservar lo escrito, explicar el problema y cómo corregirlo.</a:t>
            </a:r>
          </a:p>
        </p:txBody>
      </p:sp>
      <p:sp>
        <p:nvSpPr>
          <p:cNvPr id="33" name="s10-rect-32">
            <a:extLst xmlns:a="http://schemas.openxmlformats.org/drawingml/2006/main">
              <a:ext uri="{FF2B5EF4-FFF2-40B4-BE49-F238E27FC236}">
                <a16:creationId xmlns:a16="http://schemas.microsoft.com/office/drawing/2014/main" id="{4FD6AB68-A32F-441A-813C-7BFD5A42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4" name="s10-text-33">
            <a:extLst xmlns:a="http://schemas.openxmlformats.org/drawingml/2006/main">
              <a:ext uri="{FF2B5EF4-FFF2-40B4-BE49-F238E27FC236}">
                <a16:creationId xmlns:a16="http://schemas.microsoft.com/office/drawing/2014/main" id="{822E23DA-95C6-4BA9-9AF5-0D11DC2B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TextField: label, value, placeholder, description, error, required, disabled y readOnly.</a:t>
            </a:r>
          </a:p>
        </p:txBody>
      </p:sp>
    </p:spTree>
    <p:extLst>
      <p:ext uri="{BB962C8B-B14F-4D97-AF65-F5344CB8AC3E}">
        <p14:creationId xmlns:p14="http://schemas.microsoft.com/office/powerpoint/2010/main" val="16062099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11-rect-0">
            <a:extLst xmlns:a="http://schemas.openxmlformats.org/drawingml/2006/main">
              <a:ext uri="{FF2B5EF4-FFF2-40B4-BE49-F238E27FC236}">
                <a16:creationId xmlns:a16="http://schemas.microsoft.com/office/drawing/2014/main" id="{0AFA1F95-2D07-447A-AF3A-65D5287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1-text-1">
            <a:extLst xmlns:a="http://schemas.openxmlformats.org/drawingml/2006/main">
              <a:ext uri="{FF2B5EF4-FFF2-40B4-BE49-F238E27FC236}">
                <a16:creationId xmlns:a16="http://schemas.microsoft.com/office/drawing/2014/main" id="{522A2C66-6951-4760-87B6-0CE7F3B3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1-text-2">
            <a:extLst xmlns:a="http://schemas.openxmlformats.org/drawingml/2006/main">
              <a:ext uri="{FF2B5EF4-FFF2-40B4-BE49-F238E27FC236}">
                <a16:creationId xmlns:a16="http://schemas.microsoft.com/office/drawing/2014/main" id="{904705E1-D8B9-4EBC-9F81-40BA0A1F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1-rect-3">
            <a:extLst xmlns:a="http://schemas.openxmlformats.org/drawingml/2006/main">
              <a:ext uri="{FF2B5EF4-FFF2-40B4-BE49-F238E27FC236}">
                <a16:creationId xmlns:a16="http://schemas.microsoft.com/office/drawing/2014/main" id="{8719D2B2-79D0-48B7-8AC3-C8E05F0D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1-text-4">
            <a:extLst xmlns:a="http://schemas.openxmlformats.org/drawingml/2006/main">
              <a:ext uri="{FF2B5EF4-FFF2-40B4-BE49-F238E27FC236}">
                <a16:creationId xmlns:a16="http://schemas.microsoft.com/office/drawing/2014/main" id="{05400744-594C-4F2D-8EAD-A43A6DF9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Selección y autocompletado</a:t>
            </a:r>
          </a:p>
        </p:txBody>
      </p:sp>
      <p:sp>
        <p:nvSpPr>
          <p:cNvPr id="6" name="s11-text-5">
            <a:extLst xmlns:a="http://schemas.openxmlformats.org/drawingml/2006/main">
              <a:ext uri="{FF2B5EF4-FFF2-40B4-BE49-F238E27FC236}">
                <a16:creationId xmlns:a16="http://schemas.microsoft.com/office/drawing/2014/main" id="{9914B159-F8C0-4BCB-ABFD-6D49745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control depende de cuántas opciones hay y de cómo las busca la persona</a:t>
            </a:r>
          </a:p>
        </p:txBody>
      </p:sp>
      <p:sp>
        <p:nvSpPr>
          <p:cNvPr id="7" name="s11-text-6">
            <a:extLst xmlns:a="http://schemas.openxmlformats.org/drawingml/2006/main">
              <a:ext uri="{FF2B5EF4-FFF2-40B4-BE49-F238E27FC236}">
                <a16:creationId xmlns:a16="http://schemas.microsoft.com/office/drawing/2014/main" id="{722A440A-7123-4623-99F2-75DA2BCC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s11-text-7">
            <a:extLst xmlns:a="http://schemas.openxmlformats.org/drawingml/2006/main">
              <a:ext uri="{FF2B5EF4-FFF2-40B4-BE49-F238E27FC236}">
                <a16:creationId xmlns:a16="http://schemas.microsoft.com/office/drawing/2014/main" id="{F32FF6AE-774C-41D7-93BE-A09BD93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País</a:t>
            </a:r>
          </a:p>
        </p:txBody>
      </p:sp>
      <p:sp>
        <p:nvSpPr>
          <p:cNvPr id="9" name="s11-rect-8">
            <a:extLst xmlns:a="http://schemas.openxmlformats.org/drawingml/2006/main">
              <a:ext uri="{FF2B5EF4-FFF2-40B4-BE49-F238E27FC236}">
                <a16:creationId xmlns:a16="http://schemas.microsoft.com/office/drawing/2014/main" id="{DDC74691-0237-4F7F-813D-379940E0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381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7C8390"/>
            </a:solidFill>
          </a:ln>
        </p:spPr>
      </p:sp>
      <p:sp>
        <p:nvSpPr>
          <p:cNvPr id="10" name="s11-text-9">
            <a:extLst xmlns:a="http://schemas.openxmlformats.org/drawingml/2006/main">
              <a:ext uri="{FF2B5EF4-FFF2-40B4-BE49-F238E27FC236}">
                <a16:creationId xmlns:a16="http://schemas.microsoft.com/office/drawing/2014/main" id="{4C810039-A120-4EDD-95FE-FB33BD1B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336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España</a:t>
            </a:r>
          </a:p>
        </p:txBody>
      </p:sp>
      <p:sp>
        <p:nvSpPr>
          <p:cNvPr id="11" name="s11-text-10">
            <a:extLst xmlns:a="http://schemas.openxmlformats.org/drawingml/2006/main">
              <a:ext uri="{FF2B5EF4-FFF2-40B4-BE49-F238E27FC236}">
                <a16:creationId xmlns:a16="http://schemas.microsoft.com/office/drawing/2014/main" id="{2305585A-E2E7-497F-85A2-C1862C0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146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˅</a:t>
            </a:r>
          </a:p>
        </p:txBody>
      </p:sp>
      <p:sp>
        <p:nvSpPr>
          <p:cNvPr id="12" name="s11-rect-11">
            <a:extLst xmlns:a="http://schemas.openxmlformats.org/drawingml/2006/main">
              <a:ext uri="{FF2B5EF4-FFF2-40B4-BE49-F238E27FC236}">
                <a16:creationId xmlns:a16="http://schemas.microsoft.com/office/drawing/2014/main" id="{F0E55083-7275-466B-BD9D-894457F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381250" cy="17145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3" name="s11-rect-12">
            <a:extLst xmlns:a="http://schemas.openxmlformats.org/drawingml/2006/main">
              <a:ext uri="{FF2B5EF4-FFF2-40B4-BE49-F238E27FC236}">
                <a16:creationId xmlns:a16="http://schemas.microsoft.com/office/drawing/2014/main" id="{972F6435-B7AE-443A-8C67-486320B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26695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4" name="s11-text-13">
            <a:extLst xmlns:a="http://schemas.openxmlformats.org/drawingml/2006/main">
              <a:ext uri="{FF2B5EF4-FFF2-40B4-BE49-F238E27FC236}">
                <a16:creationId xmlns:a16="http://schemas.microsoft.com/office/drawing/2014/main" id="{FE0816C7-2D3F-4214-8A72-14F053E7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20002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España</a:t>
            </a:r>
          </a:p>
        </p:txBody>
      </p:sp>
      <p:sp>
        <p:nvSpPr>
          <p:cNvPr id="15" name="s11-text-14">
            <a:extLst xmlns:a="http://schemas.openxmlformats.org/drawingml/2006/main">
              <a:ext uri="{FF2B5EF4-FFF2-40B4-BE49-F238E27FC236}">
                <a16:creationId xmlns:a16="http://schemas.microsoft.com/office/drawing/2014/main" id="{2E0F9ABC-B341-46C6-A299-7CC5310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0002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Portugal</a:t>
            </a:r>
          </a:p>
        </p:txBody>
      </p:sp>
      <p:sp>
        <p:nvSpPr>
          <p:cNvPr id="16" name="s11-text-15">
            <a:extLst xmlns:a="http://schemas.openxmlformats.org/drawingml/2006/main">
              <a:ext uri="{FF2B5EF4-FFF2-40B4-BE49-F238E27FC236}">
                <a16:creationId xmlns:a16="http://schemas.microsoft.com/office/drawing/2014/main" id="{4369CD6C-6EB2-422C-A59A-E4641D4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0002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Francia</a:t>
            </a:r>
          </a:p>
        </p:txBody>
      </p:sp>
      <p:sp>
        <p:nvSpPr>
          <p:cNvPr id="17" name="s11-text-16">
            <a:extLst xmlns:a="http://schemas.openxmlformats.org/drawingml/2006/main">
              <a:ext uri="{FF2B5EF4-FFF2-40B4-BE49-F238E27FC236}">
                <a16:creationId xmlns:a16="http://schemas.microsoft.com/office/drawing/2014/main" id="{579A45AA-9A2C-41EC-BBBB-0AA3CE83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20002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Italia</a:t>
            </a:r>
          </a:p>
        </p:txBody>
      </p:sp>
      <p:sp>
        <p:nvSpPr>
          <p:cNvPr id="18" name="s11-text-17">
            <a:extLst xmlns:a="http://schemas.openxmlformats.org/drawingml/2006/main">
              <a:ext uri="{FF2B5EF4-FFF2-40B4-BE49-F238E27FC236}">
                <a16:creationId xmlns:a16="http://schemas.microsoft.com/office/drawing/2014/main" id="{E7E1A412-661B-4A5A-9CD7-90606C1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71700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Buscar localidad</a:t>
            </a:r>
          </a:p>
        </p:txBody>
      </p:sp>
      <p:sp>
        <p:nvSpPr>
          <p:cNvPr id="19" name="s11-rect-18">
            <a:extLst xmlns:a="http://schemas.openxmlformats.org/drawingml/2006/main">
              <a:ext uri="{FF2B5EF4-FFF2-40B4-BE49-F238E27FC236}">
                <a16:creationId xmlns:a16="http://schemas.microsoft.com/office/drawing/2014/main" id="{6ABEF5FB-7EF2-4447-9332-64D50743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90775"/>
            <a:ext cx="2438400" cy="47625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459DF"/>
            </a:solidFill>
          </a:ln>
        </p:spPr>
      </p:sp>
      <p:sp>
        <p:nvSpPr>
          <p:cNvPr id="20" name="s11-rect-19">
            <a:extLst xmlns:a="http://schemas.openxmlformats.org/drawingml/2006/main">
              <a:ext uri="{FF2B5EF4-FFF2-40B4-BE49-F238E27FC236}">
                <a16:creationId xmlns:a16="http://schemas.microsoft.com/office/drawing/2014/main" id="{7B8C1105-2FC7-45F6-B5DB-CE77CB3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19350"/>
            <a:ext cx="2381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3459DF"/>
            </a:solidFill>
          </a:ln>
        </p:spPr>
      </p:sp>
      <p:sp>
        <p:nvSpPr>
          <p:cNvPr id="21" name="s11-text-20">
            <a:extLst xmlns:a="http://schemas.openxmlformats.org/drawingml/2006/main">
              <a:ext uri="{FF2B5EF4-FFF2-40B4-BE49-F238E27FC236}">
                <a16:creationId xmlns:a16="http://schemas.microsoft.com/office/drawing/2014/main" id="{1F8EBFB5-B5A7-4FE3-B5A2-98669ED3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Mad</a:t>
            </a:r>
          </a:p>
        </p:txBody>
      </p:sp>
      <p:sp>
        <p:nvSpPr>
          <p:cNvPr id="22" name="s11-text-21">
            <a:extLst xmlns:a="http://schemas.openxmlformats.org/drawingml/2006/main">
              <a:ext uri="{FF2B5EF4-FFF2-40B4-BE49-F238E27FC236}">
                <a16:creationId xmlns:a16="http://schemas.microsoft.com/office/drawing/2014/main" id="{1847A0C4-D3EB-4DC8-94CC-103557D9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146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23" name="s11-rect-22">
            <a:extLst xmlns:a="http://schemas.openxmlformats.org/drawingml/2006/main">
              <a:ext uri="{FF2B5EF4-FFF2-40B4-BE49-F238E27FC236}">
                <a16:creationId xmlns:a16="http://schemas.microsoft.com/office/drawing/2014/main" id="{2FF69265-BABE-49F7-880A-1A3843F3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33700"/>
            <a:ext cx="2381250" cy="1304925"/>
          </a:xfrm>
          <a:prstGeom xmlns:a="http://schemas.openxmlformats.org/drawingml/2006/main" prst="roundRect">
            <a:avLst>
              <a:gd name="adj" fmla="val 365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4" name="s11-text-23">
            <a:extLst xmlns:a="http://schemas.openxmlformats.org/drawingml/2006/main">
              <a:ext uri="{FF2B5EF4-FFF2-40B4-BE49-F238E27FC236}">
                <a16:creationId xmlns:a16="http://schemas.microsoft.com/office/drawing/2014/main" id="{762766DD-E107-4895-98CA-73455ECD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76575"/>
            <a:ext cx="20383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Madrid</a:t>
            </a:r>
          </a:p>
        </p:txBody>
      </p:sp>
      <p:sp>
        <p:nvSpPr>
          <p:cNvPr id="25" name="s11-text-24">
            <a:extLst xmlns:a="http://schemas.openxmlformats.org/drawingml/2006/main">
              <a:ext uri="{FF2B5EF4-FFF2-40B4-BE49-F238E27FC236}">
                <a16:creationId xmlns:a16="http://schemas.microsoft.com/office/drawing/2014/main" id="{2DC34A9F-FE7B-426C-8775-25711BE0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20383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Majadahonda</a:t>
            </a:r>
          </a:p>
        </p:txBody>
      </p:sp>
      <p:sp>
        <p:nvSpPr>
          <p:cNvPr id="26" name="s11-text-25">
            <a:extLst xmlns:a="http://schemas.openxmlformats.org/drawingml/2006/main">
              <a:ext uri="{FF2B5EF4-FFF2-40B4-BE49-F238E27FC236}">
                <a16:creationId xmlns:a16="http://schemas.microsoft.com/office/drawing/2014/main" id="{F72E15CA-FDB3-403B-B36B-703D91FD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9525"/>
            <a:ext cx="20383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Manzanares el Real</a:t>
            </a:r>
          </a:p>
        </p:txBody>
      </p:sp>
      <p:sp>
        <p:nvSpPr>
          <p:cNvPr id="27" name="s11-text-26">
            <a:extLst xmlns:a="http://schemas.openxmlformats.org/drawingml/2006/main">
              <a:ext uri="{FF2B5EF4-FFF2-40B4-BE49-F238E27FC236}">
                <a16:creationId xmlns:a16="http://schemas.microsoft.com/office/drawing/2014/main" id="{5E4EF0F5-E522-4B16-9931-83E0051C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71700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Intereses</a:t>
            </a:r>
          </a:p>
        </p:txBody>
      </p:sp>
      <p:sp>
        <p:nvSpPr>
          <p:cNvPr id="28" name="s11-rect-27">
            <a:extLst xmlns:a="http://schemas.openxmlformats.org/drawingml/2006/main">
              <a:ext uri="{FF2B5EF4-FFF2-40B4-BE49-F238E27FC236}">
                <a16:creationId xmlns:a16="http://schemas.microsoft.com/office/drawing/2014/main" id="{3D1D797D-113C-4E41-B079-8D4FD31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812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9" name="s11-rect-28">
            <a:extLst xmlns:a="http://schemas.openxmlformats.org/drawingml/2006/main">
              <a:ext uri="{FF2B5EF4-FFF2-40B4-BE49-F238E27FC236}">
                <a16:creationId xmlns:a16="http://schemas.microsoft.com/office/drawing/2014/main" id="{91D20736-7DDF-4DB2-96C7-40C30463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0" name="s11-text-29">
            <a:extLst xmlns:a="http://schemas.openxmlformats.org/drawingml/2006/main">
              <a:ext uri="{FF2B5EF4-FFF2-40B4-BE49-F238E27FC236}">
                <a16:creationId xmlns:a16="http://schemas.microsoft.com/office/drawing/2014/main" id="{6D4E8A39-3722-47FD-A254-14F4CE2F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Diseño ×</a:t>
            </a:r>
          </a:p>
        </p:txBody>
      </p:sp>
      <p:sp>
        <p:nvSpPr>
          <p:cNvPr id="31" name="s11-rect-30">
            <a:extLst xmlns:a="http://schemas.openxmlformats.org/drawingml/2006/main">
              <a:ext uri="{FF2B5EF4-FFF2-40B4-BE49-F238E27FC236}">
                <a16:creationId xmlns:a16="http://schemas.microsoft.com/office/drawing/2014/main" id="{E2B84065-E48D-4941-864C-67772CAB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62225"/>
            <a:ext cx="7334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2" name="s11-text-31">
            <a:extLst xmlns:a="http://schemas.openxmlformats.org/drawingml/2006/main">
              <a:ext uri="{FF2B5EF4-FFF2-40B4-BE49-F238E27FC236}">
                <a16:creationId xmlns:a16="http://schemas.microsoft.com/office/drawing/2014/main" id="{D45BD22F-597C-4CC2-A93D-196C886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581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Fe ×</a:t>
            </a:r>
          </a:p>
        </p:txBody>
      </p:sp>
      <p:sp>
        <p:nvSpPr>
          <p:cNvPr id="33" name="s11-text-32">
            <a:extLst xmlns:a="http://schemas.openxmlformats.org/drawingml/2006/main">
              <a:ext uri="{FF2B5EF4-FFF2-40B4-BE49-F238E27FC236}">
                <a16:creationId xmlns:a16="http://schemas.microsoft.com/office/drawing/2014/main" id="{383F4E62-7BC4-4608-9858-F39F749E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23812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Selecciona varias opciones</a:t>
            </a:r>
          </a:p>
        </p:txBody>
      </p:sp>
      <p:sp>
        <p:nvSpPr>
          <p:cNvPr id="34" name="s11-text-33">
            <a:extLst xmlns:a="http://schemas.openxmlformats.org/drawingml/2006/main">
              <a:ext uri="{FF2B5EF4-FFF2-40B4-BE49-F238E27FC236}">
                <a16:creationId xmlns:a16="http://schemas.microsoft.com/office/drawing/2014/main" id="{6DC59755-ED4D-411E-A801-1A0AD4E0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23812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Sin coincidencias</a:t>
            </a:r>
          </a:p>
        </p:txBody>
      </p:sp>
      <p:sp>
        <p:nvSpPr>
          <p:cNvPr id="35" name="s11-text-34">
            <a:extLst xmlns:a="http://schemas.openxmlformats.org/drawingml/2006/main">
              <a:ext uri="{FF2B5EF4-FFF2-40B4-BE49-F238E27FC236}">
                <a16:creationId xmlns:a16="http://schemas.microsoft.com/office/drawing/2014/main" id="{C906BE04-4084-45CA-A0A5-5D17DAC1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23812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Prueba con otro término.</a:t>
            </a:r>
          </a:p>
        </p:txBody>
      </p:sp>
      <p:sp>
        <p:nvSpPr>
          <p:cNvPr id="36" name="s11-rect-35">
            <a:extLst xmlns:a="http://schemas.openxmlformats.org/drawingml/2006/main">
              <a:ext uri="{FF2B5EF4-FFF2-40B4-BE49-F238E27FC236}">
                <a16:creationId xmlns:a16="http://schemas.microsoft.com/office/drawing/2014/main" id="{EFA3CDB3-8658-45CB-9C9C-0BDC5420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37" name="s11-text-36">
            <a:extLst xmlns:a="http://schemas.openxmlformats.org/drawingml/2006/main">
              <a:ext uri="{FF2B5EF4-FFF2-40B4-BE49-F238E27FC236}">
                <a16:creationId xmlns:a16="http://schemas.microsoft.com/office/drawing/2014/main" id="{6FF69530-D1A6-4016-8F6F-47DD147C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38" name="s11-text-37">
            <a:extLst xmlns:a="http://schemas.openxmlformats.org/drawingml/2006/main">
              <a:ext uri="{FF2B5EF4-FFF2-40B4-BE49-F238E27FC236}">
                <a16:creationId xmlns:a16="http://schemas.microsoft.com/office/drawing/2014/main" id="{EC5F7B26-979D-45C5-A6BA-61E37509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39" name="s11-text-38">
            <a:extLst xmlns:a="http://schemas.openxmlformats.org/drawingml/2006/main">
              <a:ext uri="{FF2B5EF4-FFF2-40B4-BE49-F238E27FC236}">
                <a16:creationId xmlns:a16="http://schemas.microsoft.com/office/drawing/2014/main" id="{8158AAC9-5EED-4B09-83B9-C52761A0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Listas cortas y conocidas. Preferir el control nativo cuando resuelva la necesidad.</a:t>
            </a:r>
          </a:p>
        </p:txBody>
      </p:sp>
      <p:sp>
        <p:nvSpPr>
          <p:cNvPr id="40" name="s11-text-39">
            <a:extLst xmlns:a="http://schemas.openxmlformats.org/drawingml/2006/main">
              <a:ext uri="{FF2B5EF4-FFF2-40B4-BE49-F238E27FC236}">
                <a16:creationId xmlns:a16="http://schemas.microsoft.com/office/drawing/2014/main" id="{9A883FC4-26EC-4317-9CDB-AA83F02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Combobox</a:t>
            </a:r>
          </a:p>
        </p:txBody>
      </p:sp>
      <p:sp>
        <p:nvSpPr>
          <p:cNvPr id="41" name="s11-text-40">
            <a:extLst xmlns:a="http://schemas.openxmlformats.org/drawingml/2006/main">
              <a:ext uri="{FF2B5EF4-FFF2-40B4-BE49-F238E27FC236}">
                <a16:creationId xmlns:a16="http://schemas.microsoft.com/office/drawing/2014/main" id="{4AE957BB-F7D5-4365-803D-DC0CE0F7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Búsqueda, resultados, carga, sin resultados y selección con teclado.</a:t>
            </a:r>
          </a:p>
        </p:txBody>
      </p:sp>
      <p:sp>
        <p:nvSpPr>
          <p:cNvPr id="42" name="s11-text-41">
            <a:extLst xmlns:a="http://schemas.openxmlformats.org/drawingml/2006/main">
              <a:ext uri="{FF2B5EF4-FFF2-40B4-BE49-F238E27FC236}">
                <a16:creationId xmlns:a16="http://schemas.microsoft.com/office/drawing/2014/main" id="{2D15C2A0-8748-4123-A93B-4E58DB2A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Multiselección</a:t>
            </a:r>
          </a:p>
        </p:txBody>
      </p:sp>
      <p:sp>
        <p:nvSpPr>
          <p:cNvPr id="43" name="s11-text-42">
            <a:extLst xmlns:a="http://schemas.openxmlformats.org/drawingml/2006/main">
              <a:ext uri="{FF2B5EF4-FFF2-40B4-BE49-F238E27FC236}">
                <a16:creationId xmlns:a16="http://schemas.microsoft.com/office/drawing/2014/main" id="{BE727777-C648-408E-B72D-B6F9210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Las opciones seleccionadas se pueden quitar con nombre y botón propios.</a:t>
            </a:r>
          </a:p>
        </p:txBody>
      </p:sp>
      <p:sp>
        <p:nvSpPr>
          <p:cNvPr id="44" name="s11-rect-43">
            <a:extLst xmlns:a="http://schemas.openxmlformats.org/drawingml/2006/main">
              <a:ext uri="{FF2B5EF4-FFF2-40B4-BE49-F238E27FC236}">
                <a16:creationId xmlns:a16="http://schemas.microsoft.com/office/drawing/2014/main" id="{D6476108-ABD6-4696-BFF9-7F212D04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45" name="s11-text-44">
            <a:extLst xmlns:a="http://schemas.openxmlformats.org/drawingml/2006/main">
              <a:ext uri="{FF2B5EF4-FFF2-40B4-BE49-F238E27FC236}">
                <a16:creationId xmlns:a16="http://schemas.microsoft.com/office/drawing/2014/main" id="{6DFABF32-71F4-4FDB-8AB1-8AD8206F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Las flechas recorren opciones, Enter confirma y Escape cierra. El foco permanece predecible.</a:t>
            </a:r>
          </a:p>
        </p:txBody>
      </p:sp>
    </p:spTree>
    <p:extLst>
      <p:ext uri="{BB962C8B-B14F-4D97-AF65-F5344CB8AC3E}">
        <p14:creationId xmlns:p14="http://schemas.microsoft.com/office/powerpoint/2010/main" val="14936549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12-rect-0">
            <a:extLst xmlns:a="http://schemas.openxmlformats.org/drawingml/2006/main">
              <a:ext uri="{FF2B5EF4-FFF2-40B4-BE49-F238E27FC236}">
                <a16:creationId xmlns:a16="http://schemas.microsoft.com/office/drawing/2014/main" id="{09D9C0CC-3BA1-4F40-BD62-10F0003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2-text-1">
            <a:extLst xmlns:a="http://schemas.openxmlformats.org/drawingml/2006/main">
              <a:ext uri="{FF2B5EF4-FFF2-40B4-BE49-F238E27FC236}">
                <a16:creationId xmlns:a16="http://schemas.microsoft.com/office/drawing/2014/main" id="{8E6D2578-FD0D-446D-8755-D86711A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2-text-2">
            <a:extLst xmlns:a="http://schemas.openxmlformats.org/drawingml/2006/main">
              <a:ext uri="{FF2B5EF4-FFF2-40B4-BE49-F238E27FC236}">
                <a16:creationId xmlns:a16="http://schemas.microsoft.com/office/drawing/2014/main" id="{44808219-50AD-41B3-9C1F-94C0A07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2-rect-3">
            <a:extLst xmlns:a="http://schemas.openxmlformats.org/drawingml/2006/main">
              <a:ext uri="{FF2B5EF4-FFF2-40B4-BE49-F238E27FC236}">
                <a16:creationId xmlns:a16="http://schemas.microsoft.com/office/drawing/2014/main" id="{AD3D2FA8-424B-4AFF-9345-1CD246D7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2-text-4">
            <a:extLst xmlns:a="http://schemas.openxmlformats.org/drawingml/2006/main">
              <a:ext uri="{FF2B5EF4-FFF2-40B4-BE49-F238E27FC236}">
                <a16:creationId xmlns:a16="http://schemas.microsoft.com/office/drawing/2014/main" id="{6EC2B04B-7475-4FAD-AF5B-87FF44A5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Checkbox, radio y switch</a:t>
            </a:r>
          </a:p>
        </p:txBody>
      </p:sp>
      <p:sp>
        <p:nvSpPr>
          <p:cNvPr id="6" name="s12-text-5">
            <a:extLst xmlns:a="http://schemas.openxmlformats.org/drawingml/2006/main">
              <a:ext uri="{FF2B5EF4-FFF2-40B4-BE49-F238E27FC236}">
                <a16:creationId xmlns:a16="http://schemas.microsoft.com/office/drawing/2014/main" id="{AA4ECC73-9FB0-4B72-84C5-1D93DE73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Tres controles para tres decisiones diferentes</a:t>
            </a:r>
          </a:p>
        </p:txBody>
      </p:sp>
      <p:sp>
        <p:nvSpPr>
          <p:cNvPr id="7" name="s12-text-6">
            <a:extLst xmlns:a="http://schemas.openxmlformats.org/drawingml/2006/main">
              <a:ext uri="{FF2B5EF4-FFF2-40B4-BE49-F238E27FC236}">
                <a16:creationId xmlns:a16="http://schemas.microsoft.com/office/drawing/2014/main" id="{75BD3E66-742F-43C9-A638-86007E9E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s12-text-7">
            <a:extLst xmlns:a="http://schemas.openxmlformats.org/drawingml/2006/main">
              <a:ext uri="{FF2B5EF4-FFF2-40B4-BE49-F238E27FC236}">
                <a16:creationId xmlns:a16="http://schemas.microsoft.com/office/drawing/2014/main" id="{7AF7925E-C596-4A2F-9558-58AA3A04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428875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Varias opciones</a:t>
            </a:r>
          </a:p>
        </p:txBody>
      </p:sp>
      <p:sp>
        <p:nvSpPr>
          <p:cNvPr id="9" name="s12-text-8">
            <a:extLst xmlns:a="http://schemas.openxmlformats.org/drawingml/2006/main">
              <a:ext uri="{FF2B5EF4-FFF2-40B4-BE49-F238E27FC236}">
                <a16:creationId xmlns:a16="http://schemas.microsoft.com/office/drawing/2014/main" id="{A8501654-2E0E-4A5D-A5B3-5EFA5C24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81225"/>
            <a:ext cx="2428875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Una sola opción</a:t>
            </a:r>
          </a:p>
        </p:txBody>
      </p:sp>
      <p:sp>
        <p:nvSpPr>
          <p:cNvPr id="10" name="s12-text-9">
            <a:extLst xmlns:a="http://schemas.openxmlformats.org/drawingml/2006/main">
              <a:ext uri="{FF2B5EF4-FFF2-40B4-BE49-F238E27FC236}">
                <a16:creationId xmlns:a16="http://schemas.microsoft.com/office/drawing/2014/main" id="{F4C63D29-8FAE-4EA6-900C-B36887DC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81225"/>
            <a:ext cx="2428875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Preferencia inmediata</a:t>
            </a:r>
          </a:p>
        </p:txBody>
      </p:sp>
      <p:sp>
        <p:nvSpPr>
          <p:cNvPr id="11" name="s12-rect-10">
            <a:extLst xmlns:a="http://schemas.openxmlformats.org/drawingml/2006/main">
              <a:ext uri="{FF2B5EF4-FFF2-40B4-BE49-F238E27FC236}">
                <a16:creationId xmlns:a16="http://schemas.microsoft.com/office/drawing/2014/main" id="{7C71C45B-492C-4B28-B372-2D46860B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2" name="s12-text-11">
            <a:extLst xmlns:a="http://schemas.openxmlformats.org/drawingml/2006/main">
              <a:ext uri="{FF2B5EF4-FFF2-40B4-BE49-F238E27FC236}">
                <a16:creationId xmlns:a16="http://schemas.microsoft.com/office/drawing/2014/main" id="{B17D8208-4F72-4612-A9CC-9F729A8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s12-text-12">
            <a:extLst xmlns:a="http://schemas.openxmlformats.org/drawingml/2006/main">
              <a:ext uri="{FF2B5EF4-FFF2-40B4-BE49-F238E27FC236}">
                <a16:creationId xmlns:a16="http://schemas.microsoft.com/office/drawing/2014/main" id="{D1C3CEA6-7709-488B-95DD-80D1246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71775"/>
            <a:ext cx="2000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Novedades</a:t>
            </a:r>
          </a:p>
        </p:txBody>
      </p:sp>
      <p:sp>
        <p:nvSpPr>
          <p:cNvPr id="14" name="s12-rect-13">
            <a:extLst xmlns:a="http://schemas.openxmlformats.org/drawingml/2006/main">
              <a:ext uri="{FF2B5EF4-FFF2-40B4-BE49-F238E27FC236}">
                <a16:creationId xmlns:a16="http://schemas.microsoft.com/office/drawing/2014/main" id="{30465E3C-4D5F-4F97-9407-1BA5A0AA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646A78"/>
            </a:solidFill>
          </a:ln>
        </p:spPr>
      </p:sp>
      <p:sp>
        <p:nvSpPr>
          <p:cNvPr id="15" name="s12-text-14">
            <a:extLst xmlns:a="http://schemas.openxmlformats.org/drawingml/2006/main">
              <a:ext uri="{FF2B5EF4-FFF2-40B4-BE49-F238E27FC236}">
                <a16:creationId xmlns:a16="http://schemas.microsoft.com/office/drawing/2014/main" id="{D7AEFCAF-A502-4485-BF01-9BBD8C68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19475"/>
            <a:ext cx="2000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Inspiración</a:t>
            </a:r>
          </a:p>
        </p:txBody>
      </p:sp>
      <p:sp>
        <p:nvSpPr>
          <p:cNvPr id="16" name="s12-rect-15">
            <a:extLst xmlns:a="http://schemas.openxmlformats.org/drawingml/2006/main">
              <a:ext uri="{FF2B5EF4-FFF2-40B4-BE49-F238E27FC236}">
                <a16:creationId xmlns:a16="http://schemas.microsoft.com/office/drawing/2014/main" id="{0FCAD1A8-3309-4938-A2A1-0765BF4A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E5DF"/>
          </a:solidFill>
          <a:ln xmlns:a="http://schemas.openxmlformats.org/drawingml/2006/main" w="0">
            <a:noFill/>
          </a:ln>
        </p:spPr>
      </p:sp>
      <p:sp>
        <p:nvSpPr>
          <p:cNvPr id="17" name="s12-text-16">
            <a:extLst xmlns:a="http://schemas.openxmlformats.org/drawingml/2006/main">
              <a:ext uri="{FF2B5EF4-FFF2-40B4-BE49-F238E27FC236}">
                <a16:creationId xmlns:a16="http://schemas.microsoft.com/office/drawing/2014/main" id="{692161E4-68E1-458B-8E8B-381CC445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77A8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s12-text-17">
            <a:extLst xmlns:a="http://schemas.openxmlformats.org/drawingml/2006/main">
              <a:ext uri="{FF2B5EF4-FFF2-40B4-BE49-F238E27FC236}">
                <a16:creationId xmlns:a16="http://schemas.microsoft.com/office/drawing/2014/main" id="{E14C3DE4-E9B8-4E79-B02F-E10E1C68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67175"/>
            <a:ext cx="2000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77A83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19" name="s12-ellipse-18">
            <a:extLst xmlns:a="http://schemas.openxmlformats.org/drawingml/2006/main">
              <a:ext uri="{FF2B5EF4-FFF2-40B4-BE49-F238E27FC236}">
                <a16:creationId xmlns:a16="http://schemas.microsoft.com/office/drawing/2014/main" id="{B70E0C06-6533-4B0A-954D-36A1B39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52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0" name="s12-ellipse-19">
            <a:extLst xmlns:a="http://schemas.openxmlformats.org/drawingml/2006/main">
              <a:ext uri="{FF2B5EF4-FFF2-40B4-BE49-F238E27FC236}">
                <a16:creationId xmlns:a16="http://schemas.microsoft.com/office/drawing/2014/main" id="{65D962D3-E191-4FEE-8F09-D7FA0C84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1" name="s12-text-20">
            <a:extLst xmlns:a="http://schemas.openxmlformats.org/drawingml/2006/main">
              <a:ext uri="{FF2B5EF4-FFF2-40B4-BE49-F238E27FC236}">
                <a16:creationId xmlns:a16="http://schemas.microsoft.com/office/drawing/2014/main" id="{0A0293EA-AE05-43C3-8386-DF6463CD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71775"/>
            <a:ext cx="19526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Personal</a:t>
            </a:r>
          </a:p>
        </p:txBody>
      </p:sp>
      <p:sp>
        <p:nvSpPr>
          <p:cNvPr id="22" name="s12-ellipse-21">
            <a:extLst xmlns:a="http://schemas.openxmlformats.org/drawingml/2006/main">
              <a:ext uri="{FF2B5EF4-FFF2-40B4-BE49-F238E27FC236}">
                <a16:creationId xmlns:a16="http://schemas.microsoft.com/office/drawing/2014/main" id="{B013416F-48F9-4A41-B74A-A5E11EC4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0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3" name="s12-text-22">
            <a:extLst xmlns:a="http://schemas.openxmlformats.org/drawingml/2006/main">
              <a:ext uri="{FF2B5EF4-FFF2-40B4-BE49-F238E27FC236}">
                <a16:creationId xmlns:a16="http://schemas.microsoft.com/office/drawing/2014/main" id="{A21EC48C-2A56-4F83-9C5D-0E3B17C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19526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Para regalar</a:t>
            </a:r>
          </a:p>
        </p:txBody>
      </p:sp>
      <p:sp>
        <p:nvSpPr>
          <p:cNvPr id="24" name="s12-ellipse-23">
            <a:extLst xmlns:a="http://schemas.openxmlformats.org/drawingml/2006/main">
              <a:ext uri="{FF2B5EF4-FFF2-40B4-BE49-F238E27FC236}">
                <a16:creationId xmlns:a16="http://schemas.microsoft.com/office/drawing/2014/main" id="{0520C3D3-486C-4B0A-9A7B-AFFCAA76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48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5" name="s12-text-24">
            <a:extLst xmlns:a="http://schemas.openxmlformats.org/drawingml/2006/main">
              <a:ext uri="{FF2B5EF4-FFF2-40B4-BE49-F238E27FC236}">
                <a16:creationId xmlns:a16="http://schemas.microsoft.com/office/drawing/2014/main" id="{C331F21E-EBF0-4AC6-A7E8-2944BD3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67175"/>
            <a:ext cx="19526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Para mi espacio</a:t>
            </a:r>
          </a:p>
        </p:txBody>
      </p:sp>
      <p:sp>
        <p:nvSpPr>
          <p:cNvPr id="26" name="s12-rect-25">
            <a:extLst xmlns:a="http://schemas.openxmlformats.org/drawingml/2006/main">
              <a:ext uri="{FF2B5EF4-FFF2-40B4-BE49-F238E27FC236}">
                <a16:creationId xmlns:a16="http://schemas.microsoft.com/office/drawing/2014/main" id="{9FA4D649-8DC4-447B-B149-848E0908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52725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7" name="s12-ellipse-26">
            <a:extLst xmlns:a="http://schemas.openxmlformats.org/drawingml/2006/main">
              <a:ext uri="{FF2B5EF4-FFF2-40B4-BE49-F238E27FC236}">
                <a16:creationId xmlns:a16="http://schemas.microsoft.com/office/drawing/2014/main" id="{DC2F5850-B875-4678-8055-F109AFA7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28" name="s12-text-27">
            <a:extLst xmlns:a="http://schemas.openxmlformats.org/drawingml/2006/main">
              <a:ext uri="{FF2B5EF4-FFF2-40B4-BE49-F238E27FC236}">
                <a16:creationId xmlns:a16="http://schemas.microsoft.com/office/drawing/2014/main" id="{9C5E1CF3-0BFD-463A-82AF-4E6758AD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18478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Avisos activados</a:t>
            </a:r>
          </a:p>
        </p:txBody>
      </p:sp>
      <p:sp>
        <p:nvSpPr>
          <p:cNvPr id="29" name="s12-rect-28">
            <a:extLst xmlns:a="http://schemas.openxmlformats.org/drawingml/2006/main">
              <a:ext uri="{FF2B5EF4-FFF2-40B4-BE49-F238E27FC236}">
                <a16:creationId xmlns:a16="http://schemas.microsoft.com/office/drawing/2014/main" id="{7DE0426B-CDE7-42E0-9A4A-288072E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0425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DF"/>
          </a:solidFill>
          <a:ln xmlns:a="http://schemas.openxmlformats.org/drawingml/2006/main" w="0">
            <a:noFill/>
          </a:ln>
        </p:spPr>
      </p:sp>
      <p:sp>
        <p:nvSpPr>
          <p:cNvPr id="30" name="s12-ellipse-29">
            <a:extLst xmlns:a="http://schemas.openxmlformats.org/drawingml/2006/main">
              <a:ext uri="{FF2B5EF4-FFF2-40B4-BE49-F238E27FC236}">
                <a16:creationId xmlns:a16="http://schemas.microsoft.com/office/drawing/2014/main" id="{291664CF-2F87-4998-A550-736BDBB4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31" name="s12-text-30">
            <a:extLst xmlns:a="http://schemas.openxmlformats.org/drawingml/2006/main">
              <a:ext uri="{FF2B5EF4-FFF2-40B4-BE49-F238E27FC236}">
                <a16:creationId xmlns:a16="http://schemas.microsoft.com/office/drawing/2014/main" id="{7AB1884A-7E3D-4B17-8B1A-E2EF1062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18478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Avisos desactivados</a:t>
            </a:r>
          </a:p>
        </p:txBody>
      </p:sp>
      <p:sp>
        <p:nvSpPr>
          <p:cNvPr id="32" name="s12-rect-31">
            <a:extLst xmlns:a="http://schemas.openxmlformats.org/drawingml/2006/main">
              <a:ext uri="{FF2B5EF4-FFF2-40B4-BE49-F238E27FC236}">
                <a16:creationId xmlns:a16="http://schemas.microsoft.com/office/drawing/2014/main" id="{59C6B537-7DFC-4392-943F-CA0A4899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33" name="s12-rect-32">
            <a:extLst xmlns:a="http://schemas.openxmlformats.org/drawingml/2006/main">
              <a:ext uri="{FF2B5EF4-FFF2-40B4-BE49-F238E27FC236}">
                <a16:creationId xmlns:a16="http://schemas.microsoft.com/office/drawing/2014/main" id="{FFFC2461-6B7D-43DB-B93C-2F7DE346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34" name="s12-text-33">
            <a:extLst xmlns:a="http://schemas.openxmlformats.org/drawingml/2006/main">
              <a:ext uri="{FF2B5EF4-FFF2-40B4-BE49-F238E27FC236}">
                <a16:creationId xmlns:a16="http://schemas.microsoft.com/office/drawing/2014/main" id="{2622B7A2-90AE-41E5-A706-FE277F47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19625"/>
            <a:ext cx="20002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Grupo parcial</a:t>
            </a:r>
          </a:p>
        </p:txBody>
      </p:sp>
      <p:sp>
        <p:nvSpPr>
          <p:cNvPr id="35" name="s12-rect-34">
            <a:extLst xmlns:a="http://schemas.openxmlformats.org/drawingml/2006/main">
              <a:ext uri="{FF2B5EF4-FFF2-40B4-BE49-F238E27FC236}">
                <a16:creationId xmlns:a16="http://schemas.microsoft.com/office/drawing/2014/main" id="{67DFDB50-0010-4A06-A238-41C0DC8C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48125"/>
            <a:ext cx="400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DF"/>
          </a:solidFill>
          <a:ln xmlns:a="http://schemas.openxmlformats.org/drawingml/2006/main" w="0">
            <a:noFill/>
          </a:ln>
        </p:spPr>
      </p:sp>
      <p:sp>
        <p:nvSpPr>
          <p:cNvPr id="36" name="s12-ellipse-35">
            <a:extLst xmlns:a="http://schemas.openxmlformats.org/drawingml/2006/main">
              <a:ext uri="{FF2B5EF4-FFF2-40B4-BE49-F238E27FC236}">
                <a16:creationId xmlns:a16="http://schemas.microsoft.com/office/drawing/2014/main" id="{FF6092ED-221B-4F13-83CD-A2EA9E2F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7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37" name="s12-text-36">
            <a:extLst xmlns:a="http://schemas.openxmlformats.org/drawingml/2006/main">
              <a:ext uri="{FF2B5EF4-FFF2-40B4-BE49-F238E27FC236}">
                <a16:creationId xmlns:a16="http://schemas.microsoft.com/office/drawing/2014/main" id="{31EB8AEF-9D50-40FD-B32F-CE8136FD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18478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7A83"/>
                </a:solidFill>
                <a:latin typeface="Arial"/>
                <a:ea typeface="Arial"/>
                <a:cs typeface="Arial"/>
              </a:rPr>
              <a:t>Desactivado</a:t>
            </a:r>
          </a:p>
        </p:txBody>
      </p:sp>
      <p:sp>
        <p:nvSpPr>
          <p:cNvPr id="38" name="s12-rect-37">
            <a:extLst xmlns:a="http://schemas.openxmlformats.org/drawingml/2006/main">
              <a:ext uri="{FF2B5EF4-FFF2-40B4-BE49-F238E27FC236}">
                <a16:creationId xmlns:a16="http://schemas.microsoft.com/office/drawing/2014/main" id="{E2D6BF54-D7AE-4DAB-BD35-82C83284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7924800" cy="56197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39" name="s12-rect-38">
            <a:extLst xmlns:a="http://schemas.openxmlformats.org/drawingml/2006/main">
              <a:ext uri="{FF2B5EF4-FFF2-40B4-BE49-F238E27FC236}">
                <a16:creationId xmlns:a16="http://schemas.microsoft.com/office/drawing/2014/main" id="{0BCB20CD-4C51-4182-AD33-EA2E3A30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91125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646A78"/>
            </a:solidFill>
          </a:ln>
        </p:spPr>
      </p:sp>
      <p:sp>
        <p:nvSpPr>
          <p:cNvPr id="40" name="s12-text-39">
            <a:extLst xmlns:a="http://schemas.openxmlformats.org/drawingml/2006/main">
              <a:ext uri="{FF2B5EF4-FFF2-40B4-BE49-F238E27FC236}">
                <a16:creationId xmlns:a16="http://schemas.microsoft.com/office/drawing/2014/main" id="{1393ACEA-385C-4BF6-B70C-CFA23F0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714375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He leído la información sobre el uso de mis datos.</a:t>
            </a:r>
          </a:p>
        </p:txBody>
      </p:sp>
      <p:sp>
        <p:nvSpPr>
          <p:cNvPr id="41" name="s12-rect-40">
            <a:extLst xmlns:a="http://schemas.openxmlformats.org/drawingml/2006/main">
              <a:ext uri="{FF2B5EF4-FFF2-40B4-BE49-F238E27FC236}">
                <a16:creationId xmlns:a16="http://schemas.microsoft.com/office/drawing/2014/main" id="{30E121E3-1863-4446-88BB-475B3A5C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42" name="s12-text-41">
            <a:extLst xmlns:a="http://schemas.openxmlformats.org/drawingml/2006/main">
              <a:ext uri="{FF2B5EF4-FFF2-40B4-BE49-F238E27FC236}">
                <a16:creationId xmlns:a16="http://schemas.microsoft.com/office/drawing/2014/main" id="{C822ADD2-EDD6-45DE-AC59-47160082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43" name="s12-text-42">
            <a:extLst xmlns:a="http://schemas.openxmlformats.org/drawingml/2006/main">
              <a:ext uri="{FF2B5EF4-FFF2-40B4-BE49-F238E27FC236}">
                <a16:creationId xmlns:a16="http://schemas.microsoft.com/office/drawing/2014/main" id="{44881119-6245-4E46-B790-11BE3960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Checkbox</a:t>
            </a:r>
          </a:p>
        </p:txBody>
      </p:sp>
      <p:sp>
        <p:nvSpPr>
          <p:cNvPr id="44" name="s12-text-43">
            <a:extLst xmlns:a="http://schemas.openxmlformats.org/drawingml/2006/main">
              <a:ext uri="{FF2B5EF4-FFF2-40B4-BE49-F238E27FC236}">
                <a16:creationId xmlns:a16="http://schemas.microsoft.com/office/drawing/2014/main" id="{E52B0D41-36B0-4799-9F5E-7E1AF153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Permite varias elecciones y consentimiento. Incluye estado indeterminado en grupos.</a:t>
            </a:r>
          </a:p>
        </p:txBody>
      </p:sp>
      <p:sp>
        <p:nvSpPr>
          <p:cNvPr id="45" name="s12-text-44">
            <a:extLst xmlns:a="http://schemas.openxmlformats.org/drawingml/2006/main">
              <a:ext uri="{FF2B5EF4-FFF2-40B4-BE49-F238E27FC236}">
                <a16:creationId xmlns:a16="http://schemas.microsoft.com/office/drawing/2014/main" id="{DA753184-7362-40A9-A12C-E4A4E9CB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Radio</a:t>
            </a:r>
          </a:p>
        </p:txBody>
      </p:sp>
      <p:sp>
        <p:nvSpPr>
          <p:cNvPr id="46" name="s12-text-45">
            <a:extLst xmlns:a="http://schemas.openxmlformats.org/drawingml/2006/main">
              <a:ext uri="{FF2B5EF4-FFF2-40B4-BE49-F238E27FC236}">
                <a16:creationId xmlns:a16="http://schemas.microsoft.com/office/drawing/2014/main" id="{5FFE9E8A-7821-4508-B278-38783D97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Una elección excluyente. Cada grupo tiene título y opciones relacionadas.</a:t>
            </a:r>
          </a:p>
        </p:txBody>
      </p:sp>
      <p:sp>
        <p:nvSpPr>
          <p:cNvPr id="47" name="s12-text-46">
            <a:extLst xmlns:a="http://schemas.openxmlformats.org/drawingml/2006/main">
              <a:ext uri="{FF2B5EF4-FFF2-40B4-BE49-F238E27FC236}">
                <a16:creationId xmlns:a16="http://schemas.microsoft.com/office/drawing/2014/main" id="{8C929FEF-2383-419C-BA4D-F548DD2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Switch</a:t>
            </a:r>
          </a:p>
        </p:txBody>
      </p:sp>
      <p:sp>
        <p:nvSpPr>
          <p:cNvPr id="48" name="s12-text-47">
            <a:extLst xmlns:a="http://schemas.openxmlformats.org/drawingml/2006/main">
              <a:ext uri="{FF2B5EF4-FFF2-40B4-BE49-F238E27FC236}">
                <a16:creationId xmlns:a16="http://schemas.microsoft.com/office/drawing/2014/main" id="{FFB54899-4661-4DA9-ABC2-4AC793FD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Aplica un cambio inmediato. La etiqueta describe la preferencia, no su estado.</a:t>
            </a:r>
          </a:p>
        </p:txBody>
      </p:sp>
      <p:sp>
        <p:nvSpPr>
          <p:cNvPr id="49" name="s12-rect-48">
            <a:extLst xmlns:a="http://schemas.openxmlformats.org/drawingml/2006/main">
              <a:ext uri="{FF2B5EF4-FFF2-40B4-BE49-F238E27FC236}">
                <a16:creationId xmlns:a16="http://schemas.microsoft.com/office/drawing/2014/main" id="{4C98128E-925B-4B53-B4A0-74DD4B29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0" name="s12-text-49">
            <a:extLst xmlns:a="http://schemas.openxmlformats.org/drawingml/2006/main">
              <a:ext uri="{FF2B5EF4-FFF2-40B4-BE49-F238E27FC236}">
                <a16:creationId xmlns:a16="http://schemas.microsoft.com/office/drawing/2014/main" id="{09EE29E3-F793-4C8A-BF63-02735B14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Las etiquetas también se pueden pulsar. Las preferencias y el consentimiento no se premarcan por defecto.</a:t>
            </a:r>
          </a:p>
        </p:txBody>
      </p:sp>
    </p:spTree>
    <p:extLst>
      <p:ext uri="{BB962C8B-B14F-4D97-AF65-F5344CB8AC3E}">
        <p14:creationId xmlns:p14="http://schemas.microsoft.com/office/powerpoint/2010/main" val="2122909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13-rect-0">
            <a:extLst xmlns:a="http://schemas.openxmlformats.org/drawingml/2006/main">
              <a:ext uri="{FF2B5EF4-FFF2-40B4-BE49-F238E27FC236}">
                <a16:creationId xmlns:a16="http://schemas.microsoft.com/office/drawing/2014/main" id="{D5335FB7-73B9-4D80-94DC-E3A7DE5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3-text-1">
            <a:extLst xmlns:a="http://schemas.openxmlformats.org/drawingml/2006/main">
              <a:ext uri="{FF2B5EF4-FFF2-40B4-BE49-F238E27FC236}">
                <a16:creationId xmlns:a16="http://schemas.microsoft.com/office/drawing/2014/main" id="{28014A2B-44FD-4DBC-B705-96C34CF4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3-text-2">
            <a:extLst xmlns:a="http://schemas.openxmlformats.org/drawingml/2006/main">
              <a:ext uri="{FF2B5EF4-FFF2-40B4-BE49-F238E27FC236}">
                <a16:creationId xmlns:a16="http://schemas.microsoft.com/office/drawing/2014/main" id="{05679ABB-94D3-4317-BD74-F36AF409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3-rect-3">
            <a:extLst xmlns:a="http://schemas.openxmlformats.org/drawingml/2006/main">
              <a:ext uri="{FF2B5EF4-FFF2-40B4-BE49-F238E27FC236}">
                <a16:creationId xmlns:a16="http://schemas.microsoft.com/office/drawing/2014/main" id="{AA5CAE17-92CB-41EA-941D-3E398337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3-text-4">
            <a:extLst xmlns:a="http://schemas.openxmlformats.org/drawingml/2006/main">
              <a:ext uri="{FF2B5EF4-FFF2-40B4-BE49-F238E27FC236}">
                <a16:creationId xmlns:a16="http://schemas.microsoft.com/office/drawing/2014/main" id="{50FB6D9A-7F7F-4ACF-BDD0-0826A04C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Texto largo, fecha y archivos</a:t>
            </a:r>
          </a:p>
        </p:txBody>
      </p:sp>
      <p:sp>
        <p:nvSpPr>
          <p:cNvPr id="6" name="s13-text-5">
            <a:extLst xmlns:a="http://schemas.openxmlformats.org/drawingml/2006/main">
              <a:ext uri="{FF2B5EF4-FFF2-40B4-BE49-F238E27FC236}">
                <a16:creationId xmlns:a16="http://schemas.microsoft.com/office/drawing/2014/main" id="{07424EB0-C9A5-4566-A06B-E37CDD7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Controles complementarios con límites y formatos visibles</a:t>
            </a:r>
          </a:p>
        </p:txBody>
      </p:sp>
      <p:sp>
        <p:nvSpPr>
          <p:cNvPr id="7" name="s13-text-6">
            <a:extLst xmlns:a="http://schemas.openxmlformats.org/drawingml/2006/main">
              <a:ext uri="{FF2B5EF4-FFF2-40B4-BE49-F238E27FC236}">
                <a16:creationId xmlns:a16="http://schemas.microsoft.com/office/drawing/2014/main" id="{E54DEBBA-3699-4167-85D0-8183AFC2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s13-text-7">
            <a:extLst xmlns:a="http://schemas.openxmlformats.org/drawingml/2006/main">
              <a:ext uri="{FF2B5EF4-FFF2-40B4-BE49-F238E27FC236}">
                <a16:creationId xmlns:a16="http://schemas.microsoft.com/office/drawing/2014/main" id="{FC732454-512F-4FC7-866A-6CA9E086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810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Mensaje para el regalo</a:t>
            </a:r>
          </a:p>
        </p:txBody>
      </p:sp>
      <p:sp>
        <p:nvSpPr>
          <p:cNvPr id="9" name="s13-rect-8">
            <a:extLst xmlns:a="http://schemas.openxmlformats.org/drawingml/2006/main">
              <a:ext uri="{FF2B5EF4-FFF2-40B4-BE49-F238E27FC236}">
                <a16:creationId xmlns:a16="http://schemas.microsoft.com/office/drawing/2014/main" id="{C23F9A69-0A6E-4432-AC62-01A30526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790950" cy="1438275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0" name="s13-text-9">
            <a:extLst xmlns:a="http://schemas.openxmlformats.org/drawingml/2006/main">
              <a:ext uri="{FF2B5EF4-FFF2-40B4-BE49-F238E27FC236}">
                <a16:creationId xmlns:a16="http://schemas.microsoft.com/office/drawing/2014/main" id="{AB81E376-B9C6-45B5-8F7F-7C1B1B32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43175"/>
            <a:ext cx="34480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Gracias por estar siempre cerca.</a:t>
            </a:r>
          </a:p>
        </p:txBody>
      </p:sp>
      <p:sp>
        <p:nvSpPr>
          <p:cNvPr id="11" name="s13-text-10">
            <a:extLst xmlns:a="http://schemas.openxmlformats.org/drawingml/2006/main">
              <a:ext uri="{FF2B5EF4-FFF2-40B4-BE49-F238E27FC236}">
                <a16:creationId xmlns:a16="http://schemas.microsoft.com/office/drawing/2014/main" id="{BCEA893E-B988-40B4-B472-8B0E75C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7909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34 / 200 caracteres</a:t>
            </a:r>
          </a:p>
        </p:txBody>
      </p:sp>
      <p:sp>
        <p:nvSpPr>
          <p:cNvPr id="12" name="s13-text-11">
            <a:extLst xmlns:a="http://schemas.openxmlformats.org/drawingml/2006/main">
              <a:ext uri="{FF2B5EF4-FFF2-40B4-BE49-F238E27FC236}">
                <a16:creationId xmlns:a16="http://schemas.microsoft.com/office/drawing/2014/main" id="{0BC1F5FB-D088-4960-B8DB-5535D23B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33600"/>
            <a:ext cx="372427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Fecha de entrega</a:t>
            </a:r>
          </a:p>
        </p:txBody>
      </p:sp>
      <p:sp>
        <p:nvSpPr>
          <p:cNvPr id="13" name="s13-rect-12">
            <a:extLst xmlns:a="http://schemas.openxmlformats.org/drawingml/2006/main">
              <a:ext uri="{FF2B5EF4-FFF2-40B4-BE49-F238E27FC236}">
                <a16:creationId xmlns:a16="http://schemas.microsoft.com/office/drawing/2014/main" id="{4A76C287-FAD0-4BA7-A5C1-9BB780A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37242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7C8390"/>
            </a:solidFill>
          </a:ln>
        </p:spPr>
      </p:sp>
      <p:sp>
        <p:nvSpPr>
          <p:cNvPr id="14" name="s13-text-13">
            <a:extLst xmlns:a="http://schemas.openxmlformats.org/drawingml/2006/main">
              <a:ext uri="{FF2B5EF4-FFF2-40B4-BE49-F238E27FC236}">
                <a16:creationId xmlns:a16="http://schemas.microsoft.com/office/drawing/2014/main" id="{709F487F-C875-40D3-8011-6705CB6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95550"/>
            <a:ext cx="3152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24 / 10 / 2026</a:t>
            </a:r>
          </a:p>
        </p:txBody>
      </p:sp>
      <p:sp>
        <p:nvSpPr>
          <p:cNvPr id="15" name="s13-text-14">
            <a:extLst xmlns:a="http://schemas.openxmlformats.org/drawingml/2006/main">
              <a:ext uri="{FF2B5EF4-FFF2-40B4-BE49-F238E27FC236}">
                <a16:creationId xmlns:a16="http://schemas.microsoft.com/office/drawing/2014/main" id="{E50EA10E-86B8-4A53-A433-DB9C476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16" name="s13-text-15">
            <a:extLst xmlns:a="http://schemas.openxmlformats.org/drawingml/2006/main">
              <a:ext uri="{FF2B5EF4-FFF2-40B4-BE49-F238E27FC236}">
                <a16:creationId xmlns:a16="http://schemas.microsoft.com/office/drawing/2014/main" id="{87077263-AFB7-4F95-BA92-0B1E110E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3724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Formato día, mes y año.</a:t>
            </a:r>
          </a:p>
        </p:txBody>
      </p:sp>
      <p:sp>
        <p:nvSpPr>
          <p:cNvPr id="17" name="s13-rect-16">
            <a:extLst xmlns:a="http://schemas.openxmlformats.org/drawingml/2006/main">
              <a:ext uri="{FF2B5EF4-FFF2-40B4-BE49-F238E27FC236}">
                <a16:creationId xmlns:a16="http://schemas.microsoft.com/office/drawing/2014/main" id="{A15CB840-A4E8-4882-853A-06A0EAC3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29025"/>
            <a:ext cx="3724275" cy="1419225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8" name="s13-text-17">
            <a:extLst xmlns:a="http://schemas.openxmlformats.org/drawingml/2006/main">
              <a:ext uri="{FF2B5EF4-FFF2-40B4-BE49-F238E27FC236}">
                <a16:creationId xmlns:a16="http://schemas.microsoft.com/office/drawing/2014/main" id="{97C7F4D8-A6DB-4096-8823-0DA98D86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27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s13-text-18">
            <a:extLst xmlns:a="http://schemas.openxmlformats.org/drawingml/2006/main">
              <a:ext uri="{FF2B5EF4-FFF2-40B4-BE49-F238E27FC236}">
                <a16:creationId xmlns:a16="http://schemas.microsoft.com/office/drawing/2014/main" id="{B799879E-8020-4799-B601-53C68E73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67200"/>
            <a:ext cx="32289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Seleccionar una imagen</a:t>
            </a:r>
          </a:p>
        </p:txBody>
      </p:sp>
      <p:sp>
        <p:nvSpPr>
          <p:cNvPr id="20" name="s13-text-19">
            <a:extLst xmlns:a="http://schemas.openxmlformats.org/drawingml/2006/main">
              <a:ext uri="{FF2B5EF4-FFF2-40B4-BE49-F238E27FC236}">
                <a16:creationId xmlns:a16="http://schemas.microsoft.com/office/drawing/2014/main" id="{1A574D9C-BF1A-45DB-8DFE-A0569252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572000"/>
            <a:ext cx="32289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PNG o JPG. Máximo 10 MB.</a:t>
            </a:r>
          </a:p>
        </p:txBody>
      </p:sp>
      <p:sp>
        <p:nvSpPr>
          <p:cNvPr id="21" name="s13-text-20">
            <a:extLst xmlns:a="http://schemas.openxmlformats.org/drawingml/2006/main">
              <a:ext uri="{FF2B5EF4-FFF2-40B4-BE49-F238E27FC236}">
                <a16:creationId xmlns:a16="http://schemas.microsoft.com/office/drawing/2014/main" id="{D6EB9074-B342-4B70-8853-BA2C9020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27146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foto-regalo.jpg</a:t>
            </a:r>
          </a:p>
        </p:txBody>
      </p:sp>
      <p:sp>
        <p:nvSpPr>
          <p:cNvPr id="22" name="s13-rect-21">
            <a:extLst xmlns:a="http://schemas.openxmlformats.org/drawingml/2006/main">
              <a:ext uri="{FF2B5EF4-FFF2-40B4-BE49-F238E27FC236}">
                <a16:creationId xmlns:a16="http://schemas.microsoft.com/office/drawing/2014/main" id="{C58AE4DB-84FE-476F-B242-8B81237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790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3" name="s13-rect-22">
            <a:extLst xmlns:a="http://schemas.openxmlformats.org/drawingml/2006/main">
              <a:ext uri="{FF2B5EF4-FFF2-40B4-BE49-F238E27FC236}">
                <a16:creationId xmlns:a16="http://schemas.microsoft.com/office/drawing/2014/main" id="{AC327D9B-9BE5-4A07-9BC0-A2C98871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571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4" name="s13-text-23">
            <a:extLst xmlns:a="http://schemas.openxmlformats.org/drawingml/2006/main">
              <a:ext uri="{FF2B5EF4-FFF2-40B4-BE49-F238E27FC236}">
                <a16:creationId xmlns:a16="http://schemas.microsoft.com/office/drawing/2014/main" id="{C9C794B9-DBF6-4060-9483-9FA6362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37909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Subiendo… 68 %</a:t>
            </a:r>
          </a:p>
        </p:txBody>
      </p:sp>
      <p:sp>
        <p:nvSpPr>
          <p:cNvPr id="25" name="s13-rect-24">
            <a:extLst xmlns:a="http://schemas.openxmlformats.org/drawingml/2006/main">
              <a:ext uri="{FF2B5EF4-FFF2-40B4-BE49-F238E27FC236}">
                <a16:creationId xmlns:a16="http://schemas.microsoft.com/office/drawing/2014/main" id="{1316E249-E647-4472-99AB-DC773751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6" name="s13-text-25">
            <a:extLst xmlns:a="http://schemas.openxmlformats.org/drawingml/2006/main">
              <a:ext uri="{FF2B5EF4-FFF2-40B4-BE49-F238E27FC236}">
                <a16:creationId xmlns:a16="http://schemas.microsoft.com/office/drawing/2014/main" id="{90EA9D1A-53C2-4B18-9B07-2442BF4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7" name="s13-text-26">
            <a:extLst xmlns:a="http://schemas.openxmlformats.org/drawingml/2006/main">
              <a:ext uri="{FF2B5EF4-FFF2-40B4-BE49-F238E27FC236}">
                <a16:creationId xmlns:a16="http://schemas.microsoft.com/office/drawing/2014/main" id="{9F20F63F-B81C-47E3-B94F-0AFB47E8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Textarea</a:t>
            </a:r>
          </a:p>
        </p:txBody>
      </p:sp>
      <p:sp>
        <p:nvSpPr>
          <p:cNvPr id="28" name="s13-text-27">
            <a:extLst xmlns:a="http://schemas.openxmlformats.org/drawingml/2006/main">
              <a:ext uri="{FF2B5EF4-FFF2-40B4-BE49-F238E27FC236}">
                <a16:creationId xmlns:a16="http://schemas.microsoft.com/office/drawing/2014/main" id="{8701642C-9CE4-43C5-9AE1-9ED9FB2B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Contador solo cuando haya límite. Error explícito si se supera.</a:t>
            </a:r>
          </a:p>
        </p:txBody>
      </p:sp>
      <p:sp>
        <p:nvSpPr>
          <p:cNvPr id="29" name="s13-text-28">
            <a:extLst xmlns:a="http://schemas.openxmlformats.org/drawingml/2006/main">
              <a:ext uri="{FF2B5EF4-FFF2-40B4-BE49-F238E27FC236}">
                <a16:creationId xmlns:a16="http://schemas.microsoft.com/office/drawing/2014/main" id="{ECE382AD-5CB2-45D9-B6F7-D4E0FBE2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30" name="s13-text-29">
            <a:extLst xmlns:a="http://schemas.openxmlformats.org/drawingml/2006/main">
              <a:ext uri="{FF2B5EF4-FFF2-40B4-BE49-F238E27FC236}">
                <a16:creationId xmlns:a16="http://schemas.microsoft.com/office/drawing/2014/main" id="{090A7D6F-D729-43E3-8447-37EA1B96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Entrada escrita y selector accesible. No depender únicamente del calendario.</a:t>
            </a:r>
          </a:p>
        </p:txBody>
      </p:sp>
      <p:sp>
        <p:nvSpPr>
          <p:cNvPr id="31" name="s13-text-30">
            <a:extLst xmlns:a="http://schemas.openxmlformats.org/drawingml/2006/main">
              <a:ext uri="{FF2B5EF4-FFF2-40B4-BE49-F238E27FC236}">
                <a16:creationId xmlns:a16="http://schemas.microsoft.com/office/drawing/2014/main" id="{4BE9CDF4-4B2C-49D9-A0AA-5DD264A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Archivo</a:t>
            </a:r>
          </a:p>
        </p:txBody>
      </p:sp>
      <p:sp>
        <p:nvSpPr>
          <p:cNvPr id="32" name="s13-text-31">
            <a:extLst xmlns:a="http://schemas.openxmlformats.org/drawingml/2006/main">
              <a:ext uri="{FF2B5EF4-FFF2-40B4-BE49-F238E27FC236}">
                <a16:creationId xmlns:a16="http://schemas.microsoft.com/office/drawing/2014/main" id="{5289C2C8-7E97-4A5B-A7E0-0839D2EE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Carga por botón además de arrastrar. Tipos, tamaño, progreso, error y retirada.</a:t>
            </a:r>
          </a:p>
        </p:txBody>
      </p:sp>
      <p:sp>
        <p:nvSpPr>
          <p:cNvPr id="33" name="s13-rect-32">
            <a:extLst xmlns:a="http://schemas.openxmlformats.org/drawingml/2006/main">
              <a:ext uri="{FF2B5EF4-FFF2-40B4-BE49-F238E27FC236}">
                <a16:creationId xmlns:a16="http://schemas.microsoft.com/office/drawing/2014/main" id="{B2191439-A531-4147-AB68-E6B24BE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4" name="s13-text-33">
            <a:extLst xmlns:a="http://schemas.openxmlformats.org/drawingml/2006/main">
              <a:ext uri="{FF2B5EF4-FFF2-40B4-BE49-F238E27FC236}">
                <a16:creationId xmlns:a16="http://schemas.microsoft.com/office/drawing/2014/main" id="{22F60782-707C-4DEB-AF38-079A8BCC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límites son ejemplos de diseño. La aplicación debe definirlos y validarlos también en el servidor.</a:t>
            </a:r>
          </a:p>
        </p:txBody>
      </p:sp>
    </p:spTree>
    <p:extLst>
      <p:ext uri="{BB962C8B-B14F-4D97-AF65-F5344CB8AC3E}">
        <p14:creationId xmlns:p14="http://schemas.microsoft.com/office/powerpoint/2010/main" val="15280296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14-rect-0">
            <a:extLst xmlns:a="http://schemas.openxmlformats.org/drawingml/2006/main">
              <a:ext uri="{FF2B5EF4-FFF2-40B4-BE49-F238E27FC236}">
                <a16:creationId xmlns:a16="http://schemas.microsoft.com/office/drawing/2014/main" id="{2E291314-4662-4319-A81B-8BD8BE33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4-text-1">
            <a:extLst xmlns:a="http://schemas.openxmlformats.org/drawingml/2006/main">
              <a:ext uri="{FF2B5EF4-FFF2-40B4-BE49-F238E27FC236}">
                <a16:creationId xmlns:a16="http://schemas.microsoft.com/office/drawing/2014/main" id="{6F12001C-4884-4FF3-81B3-72B48BC8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4-text-2">
            <a:extLst xmlns:a="http://schemas.openxmlformats.org/drawingml/2006/main">
              <a:ext uri="{FF2B5EF4-FFF2-40B4-BE49-F238E27FC236}">
                <a16:creationId xmlns:a16="http://schemas.microsoft.com/office/drawing/2014/main" id="{7514D5E9-2946-42CB-9C31-A043FE0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COMPOSICIÓN</a:t>
            </a:r>
          </a:p>
        </p:txBody>
      </p:sp>
      <p:sp>
        <p:nvSpPr>
          <p:cNvPr id="4" name="s14-rect-3">
            <a:extLst xmlns:a="http://schemas.openxmlformats.org/drawingml/2006/main">
              <a:ext uri="{FF2B5EF4-FFF2-40B4-BE49-F238E27FC236}">
                <a16:creationId xmlns:a16="http://schemas.microsoft.com/office/drawing/2014/main" id="{333DE74F-368F-45A5-B594-D9C14054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4-text-4">
            <a:extLst xmlns:a="http://schemas.openxmlformats.org/drawingml/2006/main">
              <a:ext uri="{FF2B5EF4-FFF2-40B4-BE49-F238E27FC236}">
                <a16:creationId xmlns:a16="http://schemas.microsoft.com/office/drawing/2014/main" id="{8FE7F09C-1FE9-45CB-93A6-7BDA4FC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Formularios y validación</a:t>
            </a:r>
          </a:p>
        </p:txBody>
      </p:sp>
      <p:sp>
        <p:nvSpPr>
          <p:cNvPr id="6" name="s14-text-5">
            <a:extLst xmlns:a="http://schemas.openxmlformats.org/drawingml/2006/main">
              <a:ext uri="{FF2B5EF4-FFF2-40B4-BE49-F238E27FC236}">
                <a16:creationId xmlns:a16="http://schemas.microsoft.com/office/drawing/2014/main" id="{EB8FD253-0375-420C-B9CE-E32D510B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componentes se agrupan con una secuencia clara y mensajes que ayudan a continuar</a:t>
            </a:r>
          </a:p>
        </p:txBody>
      </p:sp>
      <p:sp>
        <p:nvSpPr>
          <p:cNvPr id="7" name="s14-text-6">
            <a:extLst xmlns:a="http://schemas.openxmlformats.org/drawingml/2006/main">
              <a:ext uri="{FF2B5EF4-FFF2-40B4-BE49-F238E27FC236}">
                <a16:creationId xmlns:a16="http://schemas.microsoft.com/office/drawing/2014/main" id="{7DE51584-0108-41D5-80F6-4E54CFB7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s14-rect-7">
            <a:extLst xmlns:a="http://schemas.openxmlformats.org/drawingml/2006/main">
              <a:ext uri="{FF2B5EF4-FFF2-40B4-BE49-F238E27FC236}">
                <a16:creationId xmlns:a16="http://schemas.microsoft.com/office/drawing/2014/main" id="{27F0A7FD-B268-48FF-B6A8-87E7F85E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7905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ECEA"/>
          </a:solidFill>
          <a:ln xmlns:a="http://schemas.openxmlformats.org/drawingml/2006/main" w="0">
            <a:noFill/>
          </a:ln>
        </p:spPr>
      </p:sp>
      <p:sp>
        <p:nvSpPr>
          <p:cNvPr id="9" name="s14-text-8">
            <a:extLst xmlns:a="http://schemas.openxmlformats.org/drawingml/2006/main">
              <a:ext uri="{FF2B5EF4-FFF2-40B4-BE49-F238E27FC236}">
                <a16:creationId xmlns:a16="http://schemas.microsoft.com/office/drawing/2014/main" id="{E7E8D495-CBD2-4C15-8E69-E2CE8694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5247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Revisa el correo electrónico para continuar.</a:t>
            </a:r>
          </a:p>
        </p:txBody>
      </p:sp>
      <p:sp>
        <p:nvSpPr>
          <p:cNvPr id="10" name="s14-text-9">
            <a:extLst xmlns:a="http://schemas.openxmlformats.org/drawingml/2006/main">
              <a:ext uri="{FF2B5EF4-FFF2-40B4-BE49-F238E27FC236}">
                <a16:creationId xmlns:a16="http://schemas.microsoft.com/office/drawing/2014/main" id="{84C8B35C-6179-49AB-AEB8-243C9B44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714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Nombre</a:t>
            </a:r>
          </a:p>
        </p:txBody>
      </p:sp>
      <p:sp>
        <p:nvSpPr>
          <p:cNvPr id="11" name="s14-rect-10">
            <a:extLst xmlns:a="http://schemas.openxmlformats.org/drawingml/2006/main">
              <a:ext uri="{FF2B5EF4-FFF2-40B4-BE49-F238E27FC236}">
                <a16:creationId xmlns:a16="http://schemas.microsoft.com/office/drawing/2014/main" id="{A9BEF4C5-DA63-4D11-B0F3-89E8552A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7C8390"/>
            </a:solidFill>
          </a:ln>
        </p:spPr>
      </p:sp>
      <p:sp>
        <p:nvSpPr>
          <p:cNvPr id="12" name="s14-text-11">
            <a:extLst xmlns:a="http://schemas.openxmlformats.org/drawingml/2006/main">
              <a:ext uri="{FF2B5EF4-FFF2-40B4-BE49-F238E27FC236}">
                <a16:creationId xmlns:a16="http://schemas.microsoft.com/office/drawing/2014/main" id="{C97F8FA1-964B-47BC-9B4B-95EC0B0A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9950"/>
            <a:ext cx="346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Ana García</a:t>
            </a:r>
          </a:p>
        </p:txBody>
      </p:sp>
      <p:sp>
        <p:nvSpPr>
          <p:cNvPr id="13" name="s14-text-12">
            <a:extLst xmlns:a="http://schemas.openxmlformats.org/drawingml/2006/main">
              <a:ext uri="{FF2B5EF4-FFF2-40B4-BE49-F238E27FC236}">
                <a16:creationId xmlns:a16="http://schemas.microsoft.com/office/drawing/2014/main" id="{F6FDFB8F-6A5B-421D-9744-C0B11BB5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3714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Correo electrónico</a:t>
            </a:r>
          </a:p>
        </p:txBody>
      </p:sp>
      <p:sp>
        <p:nvSpPr>
          <p:cNvPr id="14" name="s14-rect-13">
            <a:extLst xmlns:a="http://schemas.openxmlformats.org/drawingml/2006/main">
              <a:ext uri="{FF2B5EF4-FFF2-40B4-BE49-F238E27FC236}">
                <a16:creationId xmlns:a16="http://schemas.microsoft.com/office/drawing/2014/main" id="{FDCBC044-25D3-4B3F-AA80-FD585807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9565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B33836"/>
            </a:solidFill>
          </a:ln>
        </p:spPr>
      </p:sp>
      <p:sp>
        <p:nvSpPr>
          <p:cNvPr id="15" name="s14-text-14">
            <a:extLst xmlns:a="http://schemas.openxmlformats.org/drawingml/2006/main">
              <a:ext uri="{FF2B5EF4-FFF2-40B4-BE49-F238E27FC236}">
                <a16:creationId xmlns:a16="http://schemas.microsoft.com/office/drawing/2014/main" id="{2D11F67C-6048-46FA-A88E-2824A48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346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ana@</a:t>
            </a:r>
          </a:p>
        </p:txBody>
      </p:sp>
      <p:sp>
        <p:nvSpPr>
          <p:cNvPr id="16" name="s14-text-15">
            <a:extLst xmlns:a="http://schemas.openxmlformats.org/drawingml/2006/main">
              <a:ext uri="{FF2B5EF4-FFF2-40B4-BE49-F238E27FC236}">
                <a16:creationId xmlns:a16="http://schemas.microsoft.com/office/drawing/2014/main" id="{8BA27A71-CB84-4C4E-A2BC-37A518B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Falta el dominio. Por ejemplo, ana@ejemplo.es.</a:t>
            </a:r>
          </a:p>
        </p:txBody>
      </p:sp>
      <p:sp>
        <p:nvSpPr>
          <p:cNvPr id="17" name="s14-rect-16">
            <a:extLst xmlns:a="http://schemas.openxmlformats.org/drawingml/2006/main">
              <a:ext uri="{FF2B5EF4-FFF2-40B4-BE49-F238E27FC236}">
                <a16:creationId xmlns:a16="http://schemas.microsoft.com/office/drawing/2014/main" id="{DEA1F1E6-B61B-4D21-BDD7-1CABC5C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8" name="s14-text-17">
            <a:extLst xmlns:a="http://schemas.openxmlformats.org/drawingml/2006/main">
              <a:ext uri="{FF2B5EF4-FFF2-40B4-BE49-F238E27FC236}">
                <a16:creationId xmlns:a16="http://schemas.microsoft.com/office/drawing/2014/main" id="{64793DAE-7E0E-47C5-8702-095824CC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s14-text-18">
            <a:extLst xmlns:a="http://schemas.openxmlformats.org/drawingml/2006/main">
              <a:ext uri="{FF2B5EF4-FFF2-40B4-BE49-F238E27FC236}">
                <a16:creationId xmlns:a16="http://schemas.microsoft.com/office/drawing/2014/main" id="{53998781-68DA-464D-ACBC-1F2423A1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71437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Quiero recibir una respuesta por correo.</a:t>
            </a:r>
          </a:p>
        </p:txBody>
      </p:sp>
      <p:sp>
        <p:nvSpPr>
          <p:cNvPr id="20" name="s14-rect-19">
            <a:extLst xmlns:a="http://schemas.openxmlformats.org/drawingml/2006/main">
              <a:ext uri="{FF2B5EF4-FFF2-40B4-BE49-F238E27FC236}">
                <a16:creationId xmlns:a16="http://schemas.microsoft.com/office/drawing/2014/main" id="{AD3488C6-E901-49C8-B67E-D1B10D2E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0193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1" name="s14-text-20">
            <a:extLst xmlns:a="http://schemas.openxmlformats.org/drawingml/2006/main">
              <a:ext uri="{FF2B5EF4-FFF2-40B4-BE49-F238E27FC236}">
                <a16:creationId xmlns:a16="http://schemas.microsoft.com/office/drawing/2014/main" id="{12732EB5-D4C0-4C4B-BBE5-A8834DBB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Enviar consulta</a:t>
            </a:r>
          </a:p>
        </p:txBody>
      </p:sp>
      <p:sp>
        <p:nvSpPr>
          <p:cNvPr id="22" name="s14-rect-21">
            <a:extLst xmlns:a="http://schemas.openxmlformats.org/drawingml/2006/main">
              <a:ext uri="{FF2B5EF4-FFF2-40B4-BE49-F238E27FC236}">
                <a16:creationId xmlns:a16="http://schemas.microsoft.com/office/drawing/2014/main" id="{3A7FD563-2A9D-4077-AE40-F01608D7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95875"/>
            <a:ext cx="14668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3" name="s14-text-22">
            <a:extLst xmlns:a="http://schemas.openxmlformats.org/drawingml/2006/main">
              <a:ext uri="{FF2B5EF4-FFF2-40B4-BE49-F238E27FC236}">
                <a16:creationId xmlns:a16="http://schemas.microsoft.com/office/drawing/2014/main" id="{B77124A9-DAE4-42A0-8D60-5C8217D5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01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Cancelar</a:t>
            </a:r>
          </a:p>
        </p:txBody>
      </p:sp>
      <p:sp>
        <p:nvSpPr>
          <p:cNvPr id="24" name="s14-rect-23">
            <a:extLst xmlns:a="http://schemas.openxmlformats.org/drawingml/2006/main">
              <a:ext uri="{FF2B5EF4-FFF2-40B4-BE49-F238E27FC236}">
                <a16:creationId xmlns:a16="http://schemas.microsoft.com/office/drawing/2014/main" id="{0156D959-E421-4D53-B326-F54716F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5" name="s14-text-24">
            <a:extLst xmlns:a="http://schemas.openxmlformats.org/drawingml/2006/main">
              <a:ext uri="{FF2B5EF4-FFF2-40B4-BE49-F238E27FC236}">
                <a16:creationId xmlns:a16="http://schemas.microsoft.com/office/drawing/2014/main" id="{72077547-ECE0-448F-AB75-F1FCDB8F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6" name="s14-text-25">
            <a:extLst xmlns:a="http://schemas.openxmlformats.org/drawingml/2006/main">
              <a:ext uri="{FF2B5EF4-FFF2-40B4-BE49-F238E27FC236}">
                <a16:creationId xmlns:a16="http://schemas.microsoft.com/office/drawing/2014/main" id="{6011D3C9-8B75-46B9-91C5-CF08B16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Momento del error</a:t>
            </a:r>
          </a:p>
        </p:txBody>
      </p:sp>
      <p:sp>
        <p:nvSpPr>
          <p:cNvPr id="27" name="s14-text-26">
            <a:extLst xmlns:a="http://schemas.openxmlformats.org/drawingml/2006/main">
              <a:ext uri="{FF2B5EF4-FFF2-40B4-BE49-F238E27FC236}">
                <a16:creationId xmlns:a16="http://schemas.microsoft.com/office/drawing/2014/main" id="{6D039CAF-6A7E-40B7-9F64-5350B382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Validar al salir del campo o al enviar. No penalizar mientras se escribe.</a:t>
            </a:r>
          </a:p>
        </p:txBody>
      </p:sp>
      <p:sp>
        <p:nvSpPr>
          <p:cNvPr id="28" name="s14-text-27">
            <a:extLst xmlns:a="http://schemas.openxmlformats.org/drawingml/2006/main">
              <a:ext uri="{FF2B5EF4-FFF2-40B4-BE49-F238E27FC236}">
                <a16:creationId xmlns:a16="http://schemas.microsoft.com/office/drawing/2014/main" id="{B2B512D6-5344-4C38-A828-62C7264D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Recuperación</a:t>
            </a:r>
          </a:p>
        </p:txBody>
      </p:sp>
      <p:sp>
        <p:nvSpPr>
          <p:cNvPr id="29" name="s14-text-28">
            <a:extLst xmlns:a="http://schemas.openxmlformats.org/drawingml/2006/main">
              <a:ext uri="{FF2B5EF4-FFF2-40B4-BE49-F238E27FC236}">
                <a16:creationId xmlns:a16="http://schemas.microsoft.com/office/drawing/2014/main" id="{10F45EB2-CE0B-46FB-8CF6-F9D0BD6E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Resumen al inicio si hay varios errores y enlaces a los campos afectados.</a:t>
            </a:r>
          </a:p>
        </p:txBody>
      </p:sp>
      <p:sp>
        <p:nvSpPr>
          <p:cNvPr id="30" name="s14-text-29">
            <a:extLst xmlns:a="http://schemas.openxmlformats.org/drawingml/2006/main">
              <a:ext uri="{FF2B5EF4-FFF2-40B4-BE49-F238E27FC236}">
                <a16:creationId xmlns:a16="http://schemas.microsoft.com/office/drawing/2014/main" id="{4C2D19A0-D08E-4BB1-B215-94996F4E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Envío</a:t>
            </a:r>
          </a:p>
        </p:txBody>
      </p:sp>
      <p:sp>
        <p:nvSpPr>
          <p:cNvPr id="31" name="s14-text-30">
            <a:extLst xmlns:a="http://schemas.openxmlformats.org/drawingml/2006/main">
              <a:ext uri="{FF2B5EF4-FFF2-40B4-BE49-F238E27FC236}">
                <a16:creationId xmlns:a16="http://schemas.microsoft.com/office/drawing/2014/main" id="{6EC87582-3DF9-4851-AEC0-48B5CF70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Conservar datos si falla la red. Anunciar carga, error y confirmación.</a:t>
            </a:r>
          </a:p>
        </p:txBody>
      </p:sp>
      <p:sp>
        <p:nvSpPr>
          <p:cNvPr id="32" name="s14-rect-31">
            <a:extLst xmlns:a="http://schemas.openxmlformats.org/drawingml/2006/main">
              <a:ext uri="{FF2B5EF4-FFF2-40B4-BE49-F238E27FC236}">
                <a16:creationId xmlns:a16="http://schemas.microsoft.com/office/drawing/2014/main" id="{276E0144-397C-456F-A394-E926012D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3" name="s14-text-32">
            <a:extLst xmlns:a="http://schemas.openxmlformats.org/drawingml/2006/main">
              <a:ext uri="{FF2B5EF4-FFF2-40B4-BE49-F238E27FC236}">
                <a16:creationId xmlns:a16="http://schemas.microsoft.com/office/drawing/2014/main" id="{2D04F9EC-3BC7-464A-8580-B59640F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Las etiquetas reales, el orden de tabulación y el foco del primer error forman parte del componente.</a:t>
            </a:r>
          </a:p>
        </p:txBody>
      </p:sp>
    </p:spTree>
    <p:extLst>
      <p:ext uri="{BB962C8B-B14F-4D97-AF65-F5344CB8AC3E}">
        <p14:creationId xmlns:p14="http://schemas.microsoft.com/office/powerpoint/2010/main" val="20138362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15-rect-0">
            <a:extLst xmlns:a="http://schemas.openxmlformats.org/drawingml/2006/main">
              <a:ext uri="{FF2B5EF4-FFF2-40B4-BE49-F238E27FC236}">
                <a16:creationId xmlns:a16="http://schemas.microsoft.com/office/drawing/2014/main" id="{1E8AE279-909B-4A73-84D4-B28423F8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5-text-1">
            <a:extLst xmlns:a="http://schemas.openxmlformats.org/drawingml/2006/main">
              <a:ext uri="{FF2B5EF4-FFF2-40B4-BE49-F238E27FC236}">
                <a16:creationId xmlns:a16="http://schemas.microsoft.com/office/drawing/2014/main" id="{9931842C-E374-43A6-BAEC-05284034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5-text-2">
            <a:extLst xmlns:a="http://schemas.openxmlformats.org/drawingml/2006/main">
              <a:ext uri="{FF2B5EF4-FFF2-40B4-BE49-F238E27FC236}">
                <a16:creationId xmlns:a16="http://schemas.microsoft.com/office/drawing/2014/main" id="{C0BC7412-1E6A-4CB8-A36B-993C88F3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5-rect-3">
            <a:extLst xmlns:a="http://schemas.openxmlformats.org/drawingml/2006/main">
              <a:ext uri="{FF2B5EF4-FFF2-40B4-BE49-F238E27FC236}">
                <a16:creationId xmlns:a16="http://schemas.microsoft.com/office/drawing/2014/main" id="{7B9E059A-3031-4D71-B156-4E71129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5-text-4">
            <a:extLst xmlns:a="http://schemas.openxmlformats.org/drawingml/2006/main">
              <a:ext uri="{FF2B5EF4-FFF2-40B4-BE49-F238E27FC236}">
                <a16:creationId xmlns:a16="http://schemas.microsoft.com/office/drawing/2014/main" id="{7EDBDE7F-CA5E-4507-81B9-37BC063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Navegación</a:t>
            </a:r>
          </a:p>
        </p:txBody>
      </p:sp>
      <p:sp>
        <p:nvSpPr>
          <p:cNvPr id="6" name="s15-text-5">
            <a:extLst xmlns:a="http://schemas.openxmlformats.org/drawingml/2006/main">
              <a:ext uri="{FF2B5EF4-FFF2-40B4-BE49-F238E27FC236}">
                <a16:creationId xmlns:a16="http://schemas.microsoft.com/office/drawing/2014/main" id="{02F25DAB-FFDA-478C-9D07-28E26783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Cabecera, navegación móvil, migas y pestañas comparten reglas de orientación</a:t>
            </a:r>
          </a:p>
        </p:txBody>
      </p:sp>
      <p:sp>
        <p:nvSpPr>
          <p:cNvPr id="7" name="s15-text-6">
            <a:extLst xmlns:a="http://schemas.openxmlformats.org/drawingml/2006/main">
              <a:ext uri="{FF2B5EF4-FFF2-40B4-BE49-F238E27FC236}">
                <a16:creationId xmlns:a16="http://schemas.microsoft.com/office/drawing/2014/main" id="{BEE93D0B-A553-4F5E-8D0B-9759992F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s15-rect-7">
            <a:extLst xmlns:a="http://schemas.openxmlformats.org/drawingml/2006/main">
              <a:ext uri="{FF2B5EF4-FFF2-40B4-BE49-F238E27FC236}">
                <a16:creationId xmlns:a16="http://schemas.microsoft.com/office/drawing/2014/main" id="{D45A5888-A2A1-4E41-8FAD-65C42DCC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9248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9" name="s15-text-8">
            <a:extLst xmlns:a="http://schemas.openxmlformats.org/drawingml/2006/main">
              <a:ext uri="{FF2B5EF4-FFF2-40B4-BE49-F238E27FC236}">
                <a16:creationId xmlns:a16="http://schemas.microsoft.com/office/drawing/2014/main" id="{E113F402-652F-4E69-8D11-151E624A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457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10" name="s15-text-9">
            <a:extLst xmlns:a="http://schemas.openxmlformats.org/drawingml/2006/main">
              <a:ext uri="{FF2B5EF4-FFF2-40B4-BE49-F238E27FC236}">
                <a16:creationId xmlns:a16="http://schemas.microsoft.com/office/drawing/2014/main" id="{2324ED25-3793-4C9F-9A28-8C538F50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52675"/>
            <a:ext cx="435292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Colección     Propósito     Inspiración</a:t>
            </a:r>
          </a:p>
        </p:txBody>
      </p:sp>
      <p:sp>
        <p:nvSpPr>
          <p:cNvPr id="11" name="s15-text-10">
            <a:extLst xmlns:a="http://schemas.openxmlformats.org/drawingml/2006/main">
              <a:ext uri="{FF2B5EF4-FFF2-40B4-BE49-F238E27FC236}">
                <a16:creationId xmlns:a16="http://schemas.microsoft.com/office/drawing/2014/main" id="{9C1FD79F-20A3-4E26-8473-E4CE59B0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     ☰</a:t>
            </a:r>
          </a:p>
        </p:txBody>
      </p:sp>
      <p:sp>
        <p:nvSpPr>
          <p:cNvPr id="12" name="s15-text-11">
            <a:extLst xmlns:a="http://schemas.openxmlformats.org/drawingml/2006/main">
              <a:ext uri="{FF2B5EF4-FFF2-40B4-BE49-F238E27FC236}">
                <a16:creationId xmlns:a16="http://schemas.microsoft.com/office/drawing/2014/main" id="{157A5450-419E-4044-9B16-D75E92F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81050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Inicio  /  Colección  /  Para regalar</a:t>
            </a:r>
          </a:p>
        </p:txBody>
      </p:sp>
      <p:sp>
        <p:nvSpPr>
          <p:cNvPr id="13" name="s15-rect-12">
            <a:extLst xmlns:a="http://schemas.openxmlformats.org/drawingml/2006/main">
              <a:ext uri="{FF2B5EF4-FFF2-40B4-BE49-F238E27FC236}">
                <a16:creationId xmlns:a16="http://schemas.microsoft.com/office/drawing/2014/main" id="{A9BCD13B-0091-4F74-9A85-502A1D75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14" name="s15-text-13">
            <a:extLst xmlns:a="http://schemas.openxmlformats.org/drawingml/2006/main">
              <a:ext uri="{FF2B5EF4-FFF2-40B4-BE49-F238E27FC236}">
                <a16:creationId xmlns:a16="http://schemas.microsoft.com/office/drawing/2014/main" id="{25A5BA87-D4A0-4562-B7AD-EC4D16BF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8573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Descripción</a:t>
            </a:r>
          </a:p>
        </p:txBody>
      </p:sp>
      <p:sp>
        <p:nvSpPr>
          <p:cNvPr id="15" name="s15-text-14">
            <a:extLst xmlns:a="http://schemas.openxmlformats.org/drawingml/2006/main">
              <a:ext uri="{FF2B5EF4-FFF2-40B4-BE49-F238E27FC236}">
                <a16:creationId xmlns:a16="http://schemas.microsoft.com/office/drawing/2014/main" id="{6921F48A-AF85-4B21-AF12-EC430EAC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43325"/>
            <a:ext cx="18573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Detalles</a:t>
            </a:r>
          </a:p>
        </p:txBody>
      </p:sp>
      <p:sp>
        <p:nvSpPr>
          <p:cNvPr id="16" name="s15-text-15">
            <a:extLst xmlns:a="http://schemas.openxmlformats.org/drawingml/2006/main">
              <a:ext uri="{FF2B5EF4-FFF2-40B4-BE49-F238E27FC236}">
                <a16:creationId xmlns:a16="http://schemas.microsoft.com/office/drawing/2014/main" id="{C8715213-62C0-4DF5-8446-5528999E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3325"/>
            <a:ext cx="18573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Cuidados</a:t>
            </a:r>
          </a:p>
        </p:txBody>
      </p:sp>
      <p:sp>
        <p:nvSpPr>
          <p:cNvPr id="17" name="s15-rect-16">
            <a:extLst xmlns:a="http://schemas.openxmlformats.org/drawingml/2006/main">
              <a:ext uri="{FF2B5EF4-FFF2-40B4-BE49-F238E27FC236}">
                <a16:creationId xmlns:a16="http://schemas.microsoft.com/office/drawing/2014/main" id="{0628D557-98B9-4908-B543-6CA81BF5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8" name="s15-rect-17">
            <a:extLst xmlns:a="http://schemas.openxmlformats.org/drawingml/2006/main">
              <a:ext uri="{FF2B5EF4-FFF2-40B4-BE49-F238E27FC236}">
                <a16:creationId xmlns:a16="http://schemas.microsoft.com/office/drawing/2014/main" id="{C0E620CB-990A-48CF-808E-8F487F91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7924800" cy="962025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9" name="s15-text-18">
            <a:extLst xmlns:a="http://schemas.openxmlformats.org/drawingml/2006/main">
              <a:ext uri="{FF2B5EF4-FFF2-40B4-BE49-F238E27FC236}">
                <a16:creationId xmlns:a16="http://schemas.microsoft.com/office/drawing/2014/main" id="{CEC662E8-1AF4-4D6F-A63A-1EF3F4D0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176212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20" name="s15-text-19">
            <a:extLst xmlns:a="http://schemas.openxmlformats.org/drawingml/2006/main">
              <a:ext uri="{FF2B5EF4-FFF2-40B4-BE49-F238E27FC236}">
                <a16:creationId xmlns:a16="http://schemas.microsoft.com/office/drawing/2014/main" id="{B35F15A1-F9AE-4A0B-B9A4-3F6C48AB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La colección     Nuestro propósito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Inspiración       Ayuda y contacto</a:t>
            </a:r>
          </a:p>
        </p:txBody>
      </p:sp>
      <p:sp>
        <p:nvSpPr>
          <p:cNvPr id="21" name="s15-rect-20">
            <a:extLst xmlns:a="http://schemas.openxmlformats.org/drawingml/2006/main">
              <a:ext uri="{FF2B5EF4-FFF2-40B4-BE49-F238E27FC236}">
                <a16:creationId xmlns:a16="http://schemas.microsoft.com/office/drawing/2014/main" id="{1674F536-718F-4F28-81CB-5B0BE6AA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2" name="s15-text-21">
            <a:extLst xmlns:a="http://schemas.openxmlformats.org/drawingml/2006/main">
              <a:ext uri="{FF2B5EF4-FFF2-40B4-BE49-F238E27FC236}">
                <a16:creationId xmlns:a16="http://schemas.microsoft.com/office/drawing/2014/main" id="{76853FC1-FEF2-45C9-8CAB-AB5C7AEF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3" name="s15-text-22">
            <a:extLst xmlns:a="http://schemas.openxmlformats.org/drawingml/2006/main">
              <a:ext uri="{FF2B5EF4-FFF2-40B4-BE49-F238E27FC236}">
                <a16:creationId xmlns:a16="http://schemas.microsoft.com/office/drawing/2014/main" id="{B9DD99FA-569B-4FBF-9DD8-5DCF01C1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Ubicación</a:t>
            </a:r>
          </a:p>
        </p:txBody>
      </p:sp>
      <p:sp>
        <p:nvSpPr>
          <p:cNvPr id="24" name="s15-text-23">
            <a:extLst xmlns:a="http://schemas.openxmlformats.org/drawingml/2006/main">
              <a:ext uri="{FF2B5EF4-FFF2-40B4-BE49-F238E27FC236}">
                <a16:creationId xmlns:a16="http://schemas.microsoft.com/office/drawing/2014/main" id="{C9717E9C-47D8-4734-9DF4-FD1B48DC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destino actual tiene estilo y nombre accesible. La ruta se conserva al volver.</a:t>
            </a:r>
          </a:p>
        </p:txBody>
      </p:sp>
      <p:sp>
        <p:nvSpPr>
          <p:cNvPr id="25" name="s15-text-24">
            <a:extLst xmlns:a="http://schemas.openxmlformats.org/drawingml/2006/main">
              <a:ext uri="{FF2B5EF4-FFF2-40B4-BE49-F238E27FC236}">
                <a16:creationId xmlns:a16="http://schemas.microsoft.com/office/drawing/2014/main" id="{C17E3578-3F7C-4CF4-956F-61565B12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Móvil</a:t>
            </a:r>
          </a:p>
        </p:txBody>
      </p:sp>
      <p:sp>
        <p:nvSpPr>
          <p:cNvPr id="26" name="s15-text-25">
            <a:extLst xmlns:a="http://schemas.openxmlformats.org/drawingml/2006/main">
              <a:ext uri="{FF2B5EF4-FFF2-40B4-BE49-F238E27FC236}">
                <a16:creationId xmlns:a16="http://schemas.microsoft.com/office/drawing/2014/main" id="{E3E94AA5-FC8E-49F3-9400-207875A4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Menú con apertura, cierre y Escape. Mantener el foco y evitar enlaces ocultos activos.</a:t>
            </a:r>
          </a:p>
        </p:txBody>
      </p:sp>
      <p:sp>
        <p:nvSpPr>
          <p:cNvPr id="27" name="s15-text-26">
            <a:extLst xmlns:a="http://schemas.openxmlformats.org/drawingml/2006/main">
              <a:ext uri="{FF2B5EF4-FFF2-40B4-BE49-F238E27FC236}">
                <a16:creationId xmlns:a16="http://schemas.microsoft.com/office/drawing/2014/main" id="{E3FFE3A9-DBDC-439B-8B91-155EF25A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Pestañas</a:t>
            </a:r>
          </a:p>
        </p:txBody>
      </p:sp>
      <p:sp>
        <p:nvSpPr>
          <p:cNvPr id="28" name="s15-text-27">
            <a:extLst xmlns:a="http://schemas.openxmlformats.org/drawingml/2006/main">
              <a:ext uri="{FF2B5EF4-FFF2-40B4-BE49-F238E27FC236}">
                <a16:creationId xmlns:a16="http://schemas.microsoft.com/office/drawing/2014/main" id="{388D4897-E6E7-496E-ABED-F578246E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Cambian paneles dentro de un contexto. Los enlaces cambian de destino.</a:t>
            </a:r>
          </a:p>
        </p:txBody>
      </p:sp>
      <p:sp>
        <p:nvSpPr>
          <p:cNvPr id="29" name="s15-rect-28">
            <a:extLst xmlns:a="http://schemas.openxmlformats.org/drawingml/2006/main">
              <a:ext uri="{FF2B5EF4-FFF2-40B4-BE49-F238E27FC236}">
                <a16:creationId xmlns:a16="http://schemas.microsoft.com/office/drawing/2014/main" id="{EF09CDD2-CF62-4D2D-963A-15C3B03C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0" name="s15-text-29">
            <a:extLst xmlns:a="http://schemas.openxmlformats.org/drawingml/2006/main">
              <a:ext uri="{FF2B5EF4-FFF2-40B4-BE49-F238E27FC236}">
                <a16:creationId xmlns:a16="http://schemas.microsoft.com/office/drawing/2014/main" id="{2B0C3CA8-339E-46F2-BBF2-CE7F8AB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Header, MobileNav, Breadcrumb, Tabs y Footer son componentes independientes y combinables.</a:t>
            </a:r>
          </a:p>
        </p:txBody>
      </p:sp>
    </p:spTree>
    <p:extLst>
      <p:ext uri="{BB962C8B-B14F-4D97-AF65-F5344CB8AC3E}">
        <p14:creationId xmlns:p14="http://schemas.microsoft.com/office/powerpoint/2010/main" val="14152947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16-rect-0">
            <a:extLst xmlns:a="http://schemas.openxmlformats.org/drawingml/2006/main">
              <a:ext uri="{FF2B5EF4-FFF2-40B4-BE49-F238E27FC236}">
                <a16:creationId xmlns:a16="http://schemas.microsoft.com/office/drawing/2014/main" id="{E37C257B-CD9C-4600-92BA-5DB419B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6-text-1">
            <a:extLst xmlns:a="http://schemas.openxmlformats.org/drawingml/2006/main">
              <a:ext uri="{FF2B5EF4-FFF2-40B4-BE49-F238E27FC236}">
                <a16:creationId xmlns:a16="http://schemas.microsoft.com/office/drawing/2014/main" id="{C5ED8753-E336-4AA0-B17E-18C9FC32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6-text-2">
            <a:extLst xmlns:a="http://schemas.openxmlformats.org/drawingml/2006/main">
              <a:ext uri="{FF2B5EF4-FFF2-40B4-BE49-F238E27FC236}">
                <a16:creationId xmlns:a16="http://schemas.microsoft.com/office/drawing/2014/main" id="{E7BE9F30-A399-4BBE-98C5-0C0ACD7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6-rect-3">
            <a:extLst xmlns:a="http://schemas.openxmlformats.org/drawingml/2006/main">
              <a:ext uri="{FF2B5EF4-FFF2-40B4-BE49-F238E27FC236}">
                <a16:creationId xmlns:a16="http://schemas.microsoft.com/office/drawing/2014/main" id="{078EA877-000F-4E55-9F04-27EC2C36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6-text-4">
            <a:extLst xmlns:a="http://schemas.openxmlformats.org/drawingml/2006/main">
              <a:ext uri="{FF2B5EF4-FFF2-40B4-BE49-F238E27FC236}">
                <a16:creationId xmlns:a16="http://schemas.microsoft.com/office/drawing/2014/main" id="{A52CC64F-09C0-47C6-8AB4-8DDDDEE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Búsqueda, filtros y orden</a:t>
            </a:r>
          </a:p>
        </p:txBody>
      </p:sp>
      <p:sp>
        <p:nvSpPr>
          <p:cNvPr id="6" name="s16-text-5">
            <a:extLst xmlns:a="http://schemas.openxmlformats.org/drawingml/2006/main">
              <a:ext uri="{FF2B5EF4-FFF2-40B4-BE49-F238E27FC236}">
                <a16:creationId xmlns:a16="http://schemas.microsoft.com/office/drawing/2014/main" id="{317ACA17-849C-4D83-94FF-04E2BDE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selección permanece visible y cada cambio ofrece un resultado comprensible</a:t>
            </a:r>
          </a:p>
        </p:txBody>
      </p:sp>
      <p:sp>
        <p:nvSpPr>
          <p:cNvPr id="7" name="s16-text-6">
            <a:extLst xmlns:a="http://schemas.openxmlformats.org/drawingml/2006/main">
              <a:ext uri="{FF2B5EF4-FFF2-40B4-BE49-F238E27FC236}">
                <a16:creationId xmlns:a16="http://schemas.microsoft.com/office/drawing/2014/main" id="{67172B81-F94B-4BDE-96E8-78DE0DA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s16-text-7">
            <a:extLst xmlns:a="http://schemas.openxmlformats.org/drawingml/2006/main">
              <a:ext uri="{FF2B5EF4-FFF2-40B4-BE49-F238E27FC236}">
                <a16:creationId xmlns:a16="http://schemas.microsoft.com/office/drawing/2014/main" id="{B8E8DAA4-DF6D-4229-8630-40FAE9A1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791527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Buscar en la colección</a:t>
            </a:r>
          </a:p>
        </p:txBody>
      </p:sp>
      <p:sp>
        <p:nvSpPr>
          <p:cNvPr id="9" name="s16-rect-8">
            <a:extLst xmlns:a="http://schemas.openxmlformats.org/drawingml/2006/main">
              <a:ext uri="{FF2B5EF4-FFF2-40B4-BE49-F238E27FC236}">
                <a16:creationId xmlns:a16="http://schemas.microsoft.com/office/drawing/2014/main" id="{D8A1D73F-B490-4EAB-9509-56D0C0F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79152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7C8390"/>
            </a:solidFill>
          </a:ln>
        </p:spPr>
      </p:sp>
      <p:sp>
        <p:nvSpPr>
          <p:cNvPr id="10" name="s16-text-9">
            <a:extLst xmlns:a="http://schemas.openxmlformats.org/drawingml/2006/main">
              <a:ext uri="{FF2B5EF4-FFF2-40B4-BE49-F238E27FC236}">
                <a16:creationId xmlns:a16="http://schemas.microsoft.com/office/drawing/2014/main" id="{3C23CE47-3F0E-435F-9E49-25FF2AE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7343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regalo</a:t>
            </a:r>
          </a:p>
        </p:txBody>
      </p:sp>
      <p:sp>
        <p:nvSpPr>
          <p:cNvPr id="11" name="s16-text-10">
            <a:extLst xmlns:a="http://schemas.openxmlformats.org/drawingml/2006/main">
              <a:ext uri="{FF2B5EF4-FFF2-40B4-BE49-F238E27FC236}">
                <a16:creationId xmlns:a16="http://schemas.microsoft.com/office/drawing/2014/main" id="{1832B1C7-4ED0-4682-8E8B-F4FCD42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66975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12" name="s16-rect-11">
            <a:extLst xmlns:a="http://schemas.openxmlformats.org/drawingml/2006/main">
              <a:ext uri="{FF2B5EF4-FFF2-40B4-BE49-F238E27FC236}">
                <a16:creationId xmlns:a16="http://schemas.microsoft.com/office/drawing/2014/main" id="{434EA30E-E1A9-473F-977A-C23835E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838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13" name="s16-text-12">
            <a:extLst xmlns:a="http://schemas.openxmlformats.org/drawingml/2006/main">
              <a:ext uri="{FF2B5EF4-FFF2-40B4-BE49-F238E27FC236}">
                <a16:creationId xmlns:a16="http://schemas.microsoft.com/office/drawing/2014/main" id="{54AAC0DB-2666-41F7-AA6B-12621A3F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Todos</a:t>
            </a:r>
          </a:p>
        </p:txBody>
      </p:sp>
      <p:sp>
        <p:nvSpPr>
          <p:cNvPr id="14" name="s16-rect-13">
            <a:extLst xmlns:a="http://schemas.openxmlformats.org/drawingml/2006/main">
              <a:ext uri="{FF2B5EF4-FFF2-40B4-BE49-F238E27FC236}">
                <a16:creationId xmlns:a16="http://schemas.microsoft.com/office/drawing/2014/main" id="{7AB7BD4D-51DA-499A-A31B-8C17D19B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57525"/>
            <a:ext cx="1838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5" name="s16-text-14">
            <a:extLst xmlns:a="http://schemas.openxmlformats.org/drawingml/2006/main">
              <a:ext uri="{FF2B5EF4-FFF2-40B4-BE49-F238E27FC236}">
                <a16:creationId xmlns:a16="http://schemas.microsoft.com/office/drawing/2014/main" id="{FCA0C23B-DE0D-40A6-A3F1-120F0CAD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515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Para regalar</a:t>
            </a:r>
          </a:p>
        </p:txBody>
      </p:sp>
      <p:sp>
        <p:nvSpPr>
          <p:cNvPr id="16" name="s16-rect-15">
            <a:extLst xmlns:a="http://schemas.openxmlformats.org/drawingml/2006/main">
              <a:ext uri="{FF2B5EF4-FFF2-40B4-BE49-F238E27FC236}">
                <a16:creationId xmlns:a16="http://schemas.microsoft.com/office/drawing/2014/main" id="{6B2B5EB7-C24C-42DE-B5CC-8F463ABC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57525"/>
            <a:ext cx="1838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17" name="s16-text-16">
            <a:extLst xmlns:a="http://schemas.openxmlformats.org/drawingml/2006/main">
              <a:ext uri="{FF2B5EF4-FFF2-40B4-BE49-F238E27FC236}">
                <a16:creationId xmlns:a16="http://schemas.microsoft.com/office/drawing/2014/main" id="{B1BA95C8-2119-4CCA-A600-B8D81558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Para tu espacio</a:t>
            </a:r>
          </a:p>
        </p:txBody>
      </p:sp>
      <p:sp>
        <p:nvSpPr>
          <p:cNvPr id="18" name="s16-rect-17">
            <a:extLst xmlns:a="http://schemas.openxmlformats.org/drawingml/2006/main">
              <a:ext uri="{FF2B5EF4-FFF2-40B4-BE49-F238E27FC236}">
                <a16:creationId xmlns:a16="http://schemas.microsoft.com/office/drawing/2014/main" id="{016AE49B-32AC-4C96-B86E-E8601120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57525"/>
            <a:ext cx="1838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0">
            <a:noFill/>
          </a:ln>
        </p:spPr>
      </p:sp>
      <p:sp>
        <p:nvSpPr>
          <p:cNvPr id="19" name="s16-text-18">
            <a:extLst xmlns:a="http://schemas.openxmlformats.org/drawingml/2006/main">
              <a:ext uri="{FF2B5EF4-FFF2-40B4-BE49-F238E27FC236}">
                <a16:creationId xmlns:a16="http://schemas.microsoft.com/office/drawing/2014/main" id="{3F0F036B-386A-46A9-A219-F4463B81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Para tus pausas</a:t>
            </a:r>
          </a:p>
        </p:txBody>
      </p:sp>
      <p:sp>
        <p:nvSpPr>
          <p:cNvPr id="20" name="s16-rect-19">
            <a:extLst xmlns:a="http://schemas.openxmlformats.org/drawingml/2006/main">
              <a:ext uri="{FF2B5EF4-FFF2-40B4-BE49-F238E27FC236}">
                <a16:creationId xmlns:a16="http://schemas.microsoft.com/office/drawing/2014/main" id="{A6E2A2BD-4D2B-4140-A40B-45227963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590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1" name="s16-text-20">
            <a:extLst xmlns:a="http://schemas.openxmlformats.org/drawingml/2006/main">
              <a:ext uri="{FF2B5EF4-FFF2-40B4-BE49-F238E27FC236}">
                <a16:creationId xmlns:a16="http://schemas.microsoft.com/office/drawing/2014/main" id="{E3919448-89D4-45D9-B7EA-B1CE21F1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Para regalar ×</a:t>
            </a:r>
          </a:p>
        </p:txBody>
      </p:sp>
      <p:sp>
        <p:nvSpPr>
          <p:cNvPr id="22" name="s16-text-21">
            <a:extLst xmlns:a="http://schemas.openxmlformats.org/drawingml/2006/main">
              <a:ext uri="{FF2B5EF4-FFF2-40B4-BE49-F238E27FC236}">
                <a16:creationId xmlns:a16="http://schemas.microsoft.com/office/drawing/2014/main" id="{88C84B5C-A20B-4F0A-83D9-A3E31AF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10000"/>
            <a:ext cx="220027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Limpiar filtros</a:t>
            </a:r>
          </a:p>
        </p:txBody>
      </p:sp>
      <p:sp>
        <p:nvSpPr>
          <p:cNvPr id="23" name="s16-text-22">
            <a:extLst xmlns:a="http://schemas.openxmlformats.org/drawingml/2006/main">
              <a:ext uri="{FF2B5EF4-FFF2-40B4-BE49-F238E27FC236}">
                <a16:creationId xmlns:a16="http://schemas.microsoft.com/office/drawing/2014/main" id="{E838ADEB-671E-47DD-ACF8-1EE205EF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10000"/>
            <a:ext cx="2933700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Ordenar: Recomendados ˅</a:t>
            </a:r>
          </a:p>
        </p:txBody>
      </p:sp>
      <p:sp>
        <p:nvSpPr>
          <p:cNvPr id="24" name="s16-rect-23">
            <a:extLst xmlns:a="http://schemas.openxmlformats.org/drawingml/2006/main">
              <a:ext uri="{FF2B5EF4-FFF2-40B4-BE49-F238E27FC236}">
                <a16:creationId xmlns:a16="http://schemas.microsoft.com/office/drawing/2014/main" id="{B980B07A-8263-4BC6-AE6F-D0C1356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915275" cy="1095375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5" name="s16-text-24">
            <a:extLst xmlns:a="http://schemas.openxmlformats.org/drawingml/2006/main">
              <a:ext uri="{FF2B5EF4-FFF2-40B4-BE49-F238E27FC236}">
                <a16:creationId xmlns:a16="http://schemas.microsoft.com/office/drawing/2014/main" id="{A5E8B9CF-02F1-4FCA-986B-D03F123B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666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12 resultados</a:t>
            </a:r>
          </a:p>
        </p:txBody>
      </p:sp>
      <p:sp>
        <p:nvSpPr>
          <p:cNvPr id="26" name="s16-text-25">
            <a:extLst xmlns:a="http://schemas.openxmlformats.org/drawingml/2006/main">
              <a:ext uri="{FF2B5EF4-FFF2-40B4-BE49-F238E27FC236}">
                <a16:creationId xmlns:a16="http://schemas.microsoft.com/office/drawing/2014/main" id="{317C5E01-21E8-4BE8-9B7F-8F615F18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73818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Las opciones elegidas se conservan al abrir y cerrar un detalle.</a:t>
            </a:r>
          </a:p>
        </p:txBody>
      </p:sp>
      <p:sp>
        <p:nvSpPr>
          <p:cNvPr id="27" name="s16-rect-26">
            <a:extLst xmlns:a="http://schemas.openxmlformats.org/drawingml/2006/main">
              <a:ext uri="{FF2B5EF4-FFF2-40B4-BE49-F238E27FC236}">
                <a16:creationId xmlns:a16="http://schemas.microsoft.com/office/drawing/2014/main" id="{DDED93D8-0DC3-4094-8CAC-5602A24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8" name="s16-text-27">
            <a:extLst xmlns:a="http://schemas.openxmlformats.org/drawingml/2006/main">
              <a:ext uri="{FF2B5EF4-FFF2-40B4-BE49-F238E27FC236}">
                <a16:creationId xmlns:a16="http://schemas.microsoft.com/office/drawing/2014/main" id="{72716724-E190-497F-AE8A-50255D0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9" name="s16-text-28">
            <a:extLst xmlns:a="http://schemas.openxmlformats.org/drawingml/2006/main">
              <a:ext uri="{FF2B5EF4-FFF2-40B4-BE49-F238E27FC236}">
                <a16:creationId xmlns:a16="http://schemas.microsoft.com/office/drawing/2014/main" id="{B61323A3-8322-4B57-96A6-B47AD10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Búsqueda</a:t>
            </a:r>
          </a:p>
        </p:txBody>
      </p:sp>
      <p:sp>
        <p:nvSpPr>
          <p:cNvPr id="30" name="s16-text-29">
            <a:extLst xmlns:a="http://schemas.openxmlformats.org/drawingml/2006/main">
              <a:ext uri="{FF2B5EF4-FFF2-40B4-BE49-F238E27FC236}">
                <a16:creationId xmlns:a16="http://schemas.microsoft.com/office/drawing/2014/main" id="{4E211FA8-F755-4F2A-8E4E-10A1ED9E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Consulta, borrado, carga, sugerencias y estado sin coincidencias.</a:t>
            </a:r>
          </a:p>
        </p:txBody>
      </p:sp>
      <p:sp>
        <p:nvSpPr>
          <p:cNvPr id="31" name="s16-text-30">
            <a:extLst xmlns:a="http://schemas.openxmlformats.org/drawingml/2006/main">
              <a:ext uri="{FF2B5EF4-FFF2-40B4-BE49-F238E27FC236}">
                <a16:creationId xmlns:a16="http://schemas.microsoft.com/office/drawing/2014/main" id="{3472D7A0-9112-4706-A9CB-96703326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Filtros</a:t>
            </a:r>
          </a:p>
        </p:txBody>
      </p:sp>
      <p:sp>
        <p:nvSpPr>
          <p:cNvPr id="32" name="s16-text-31">
            <a:extLst xmlns:a="http://schemas.openxmlformats.org/drawingml/2006/main">
              <a:ext uri="{FF2B5EF4-FFF2-40B4-BE49-F238E27FC236}">
                <a16:creationId xmlns:a16="http://schemas.microsoft.com/office/drawing/2014/main" id="{42C78722-4209-4D24-B66C-8EDDEEB2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Permitir combinaciones, quitar uno y limpiar todos. Anunciar el recuento.</a:t>
            </a:r>
          </a:p>
        </p:txBody>
      </p:sp>
      <p:sp>
        <p:nvSpPr>
          <p:cNvPr id="33" name="s16-text-32">
            <a:extLst xmlns:a="http://schemas.openxmlformats.org/drawingml/2006/main">
              <a:ext uri="{FF2B5EF4-FFF2-40B4-BE49-F238E27FC236}">
                <a16:creationId xmlns:a16="http://schemas.microsoft.com/office/drawing/2014/main" id="{798D494A-F50C-44AA-B76B-05A0987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Persistencia</a:t>
            </a:r>
          </a:p>
        </p:txBody>
      </p:sp>
      <p:sp>
        <p:nvSpPr>
          <p:cNvPr id="34" name="s16-text-33">
            <a:extLst xmlns:a="http://schemas.openxmlformats.org/drawingml/2006/main">
              <a:ext uri="{FF2B5EF4-FFF2-40B4-BE49-F238E27FC236}">
                <a16:creationId xmlns:a16="http://schemas.microsoft.com/office/drawing/2014/main" id="{754CA13E-1CC1-4CA5-8D7D-D1C4CCAB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Guardar selección en la URL cuando la página necesite compartirse o recuperarse.</a:t>
            </a:r>
          </a:p>
        </p:txBody>
      </p:sp>
      <p:sp>
        <p:nvSpPr>
          <p:cNvPr id="35" name="s16-rect-34">
            <a:extLst xmlns:a="http://schemas.openxmlformats.org/drawingml/2006/main">
              <a:ext uri="{FF2B5EF4-FFF2-40B4-BE49-F238E27FC236}">
                <a16:creationId xmlns:a16="http://schemas.microsoft.com/office/drawing/2014/main" id="{E03C38C0-3623-4B60-8270-40D34113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6" name="s16-text-35">
            <a:extLst xmlns:a="http://schemas.openxmlformats.org/drawingml/2006/main">
              <a:ext uri="{FF2B5EF4-FFF2-40B4-BE49-F238E27FC236}">
                <a16:creationId xmlns:a16="http://schemas.microsoft.com/office/drawing/2014/main" id="{772B42B5-92CC-4580-9A6B-2251C1A9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SearchField, FilterChip, FilterPanel, SortSelect y ResultCount comparten un único estado de consulta.</a:t>
            </a:r>
          </a:p>
        </p:txBody>
      </p:sp>
    </p:spTree>
    <p:extLst>
      <p:ext uri="{BB962C8B-B14F-4D97-AF65-F5344CB8AC3E}">
        <p14:creationId xmlns:p14="http://schemas.microsoft.com/office/powerpoint/2010/main" val="18341007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17-rect-0">
            <a:extLst xmlns:a="http://schemas.openxmlformats.org/drawingml/2006/main">
              <a:ext uri="{FF2B5EF4-FFF2-40B4-BE49-F238E27FC236}">
                <a16:creationId xmlns:a16="http://schemas.microsoft.com/office/drawing/2014/main" id="{7C9F4E44-40CD-43DA-B58E-B886DACD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7-text-1">
            <a:extLst xmlns:a="http://schemas.openxmlformats.org/drawingml/2006/main">
              <a:ext uri="{FF2B5EF4-FFF2-40B4-BE49-F238E27FC236}">
                <a16:creationId xmlns:a16="http://schemas.microsoft.com/office/drawing/2014/main" id="{F01F046D-499D-4C6C-8D1A-CCD6A06F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7-text-2">
            <a:extLst xmlns:a="http://schemas.openxmlformats.org/drawingml/2006/main">
              <a:ext uri="{FF2B5EF4-FFF2-40B4-BE49-F238E27FC236}">
                <a16:creationId xmlns:a16="http://schemas.microsoft.com/office/drawing/2014/main" id="{25F7750B-00D7-4485-8D5D-4BED7CF1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7-rect-3">
            <a:extLst xmlns:a="http://schemas.openxmlformats.org/drawingml/2006/main">
              <a:ext uri="{FF2B5EF4-FFF2-40B4-BE49-F238E27FC236}">
                <a16:creationId xmlns:a16="http://schemas.microsoft.com/office/drawing/2014/main" id="{76F23DA9-9414-4A41-B0C6-910D7C27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7-text-4">
            <a:extLst xmlns:a="http://schemas.openxmlformats.org/drawingml/2006/main">
              <a:ext uri="{FF2B5EF4-FFF2-40B4-BE49-F238E27FC236}">
                <a16:creationId xmlns:a16="http://schemas.microsoft.com/office/drawing/2014/main" id="{F65A2AFB-D04E-4EEC-9BC0-49658EA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Menús, popovers y tooltips</a:t>
            </a:r>
          </a:p>
        </p:txBody>
      </p:sp>
      <p:sp>
        <p:nvSpPr>
          <p:cNvPr id="6" name="s17-text-5">
            <a:extLst xmlns:a="http://schemas.openxmlformats.org/drawingml/2006/main">
              <a:ext uri="{FF2B5EF4-FFF2-40B4-BE49-F238E27FC236}">
                <a16:creationId xmlns:a16="http://schemas.microsoft.com/office/drawing/2014/main" id="{7E8BAC26-C05D-41C1-BCEE-09BE92C0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información y las acciones aparecen cerca de su origen</a:t>
            </a:r>
          </a:p>
        </p:txBody>
      </p:sp>
      <p:sp>
        <p:nvSpPr>
          <p:cNvPr id="7" name="s17-text-6">
            <a:extLst xmlns:a="http://schemas.openxmlformats.org/drawingml/2006/main">
              <a:ext uri="{FF2B5EF4-FFF2-40B4-BE49-F238E27FC236}">
                <a16:creationId xmlns:a16="http://schemas.microsoft.com/office/drawing/2014/main" id="{D385DBB0-3CC9-47EF-8F10-8469632B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s17-rect-7">
            <a:extLst xmlns:a="http://schemas.openxmlformats.org/drawingml/2006/main">
              <a:ext uri="{FF2B5EF4-FFF2-40B4-BE49-F238E27FC236}">
                <a16:creationId xmlns:a16="http://schemas.microsoft.com/office/drawing/2014/main" id="{A0E5B367-B54D-4D42-B603-D84573C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43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9" name="s17-text-8">
            <a:extLst xmlns:a="http://schemas.openxmlformats.org/drawingml/2006/main">
              <a:ext uri="{FF2B5EF4-FFF2-40B4-BE49-F238E27FC236}">
                <a16:creationId xmlns:a16="http://schemas.microsoft.com/office/drawing/2014/main" id="{A4D3F392-2564-43F6-B698-26F08818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Opciones  ˅</a:t>
            </a:r>
          </a:p>
        </p:txBody>
      </p:sp>
      <p:sp>
        <p:nvSpPr>
          <p:cNvPr id="10" name="s17-rect-9">
            <a:extLst xmlns:a="http://schemas.openxmlformats.org/drawingml/2006/main">
              <a:ext uri="{FF2B5EF4-FFF2-40B4-BE49-F238E27FC236}">
                <a16:creationId xmlns:a16="http://schemas.microsoft.com/office/drawing/2014/main" id="{7279BE5F-C37E-444C-B3FE-35FE97E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343150" cy="2105025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1" name="s17-text-10">
            <a:extLst xmlns:a="http://schemas.openxmlformats.org/drawingml/2006/main">
              <a:ext uri="{FF2B5EF4-FFF2-40B4-BE49-F238E27FC236}">
                <a16:creationId xmlns:a16="http://schemas.microsoft.com/office/drawing/2014/main" id="{5D2FF77D-C8AC-444A-8F60-7B28184B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24175"/>
            <a:ext cx="199072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Ver detalle</a:t>
            </a:r>
          </a:p>
        </p:txBody>
      </p:sp>
      <p:sp>
        <p:nvSpPr>
          <p:cNvPr id="12" name="s17-text-11">
            <a:extLst xmlns:a="http://schemas.openxmlformats.org/drawingml/2006/main">
              <a:ext uri="{FF2B5EF4-FFF2-40B4-BE49-F238E27FC236}">
                <a16:creationId xmlns:a16="http://schemas.microsoft.com/office/drawing/2014/main" id="{E631855E-FC43-4740-99C6-EF732D72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199072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Guardar en favoritos</a:t>
            </a:r>
          </a:p>
        </p:txBody>
      </p:sp>
      <p:sp>
        <p:nvSpPr>
          <p:cNvPr id="13" name="s17-text-12">
            <a:extLst xmlns:a="http://schemas.openxmlformats.org/drawingml/2006/main">
              <a:ext uri="{FF2B5EF4-FFF2-40B4-BE49-F238E27FC236}">
                <a16:creationId xmlns:a16="http://schemas.microsoft.com/office/drawing/2014/main" id="{307E33A3-BE96-48DF-A40E-D3B19036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199072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Compartir</a:t>
            </a:r>
          </a:p>
        </p:txBody>
      </p:sp>
      <p:sp>
        <p:nvSpPr>
          <p:cNvPr id="14" name="s17-text-13">
            <a:extLst xmlns:a="http://schemas.openxmlformats.org/drawingml/2006/main">
              <a:ext uri="{FF2B5EF4-FFF2-40B4-BE49-F238E27FC236}">
                <a16:creationId xmlns:a16="http://schemas.microsoft.com/office/drawing/2014/main" id="{25E87317-C5D7-4F33-A9D6-AB1F634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38625"/>
            <a:ext cx="199072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Eliminar</a:t>
            </a:r>
          </a:p>
        </p:txBody>
      </p:sp>
      <p:sp>
        <p:nvSpPr>
          <p:cNvPr id="15" name="s17-rect-14">
            <a:extLst xmlns:a="http://schemas.openxmlformats.org/drawingml/2006/main">
              <a:ext uri="{FF2B5EF4-FFF2-40B4-BE49-F238E27FC236}">
                <a16:creationId xmlns:a16="http://schemas.microsoft.com/office/drawing/2014/main" id="{6BBFD980-34DF-4DAB-8777-F23B8ABD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52675"/>
            <a:ext cx="2295525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6" name="s17-text-15">
            <a:extLst xmlns:a="http://schemas.openxmlformats.org/drawingml/2006/main">
              <a:ext uri="{FF2B5EF4-FFF2-40B4-BE49-F238E27FC236}">
                <a16:creationId xmlns:a16="http://schemas.microsoft.com/office/drawing/2014/main" id="{E93A0016-2562-4FAD-BA93-CF7A8A7E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20574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Guardar en favoritos</a:t>
            </a:r>
          </a:p>
        </p:txBody>
      </p:sp>
      <p:sp>
        <p:nvSpPr>
          <p:cNvPr id="17" name="s17-rect-16">
            <a:extLst xmlns:a="http://schemas.openxmlformats.org/drawingml/2006/main">
              <a:ext uri="{FF2B5EF4-FFF2-40B4-BE49-F238E27FC236}">
                <a16:creationId xmlns:a16="http://schemas.microsoft.com/office/drawing/2014/main" id="{F0526937-6C6B-4EC0-844C-F21F69A0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003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8" name="s17-text-17">
            <a:extLst xmlns:a="http://schemas.openxmlformats.org/drawingml/2006/main">
              <a:ext uri="{FF2B5EF4-FFF2-40B4-BE49-F238E27FC236}">
                <a16:creationId xmlns:a16="http://schemas.microsoft.com/office/drawing/2014/main" id="{C6B42291-B226-4888-BA81-844E523B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956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9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9" name="s17-rect-18">
            <a:extLst xmlns:a="http://schemas.openxmlformats.org/drawingml/2006/main">
              <a:ext uri="{FF2B5EF4-FFF2-40B4-BE49-F238E27FC236}">
                <a16:creationId xmlns:a16="http://schemas.microsoft.com/office/drawing/2014/main" id="{3CD5CB54-C591-4D3A-BBD6-9E89513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23431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0" name="s17-text-19">
            <a:extLst xmlns:a="http://schemas.openxmlformats.org/drawingml/2006/main">
              <a:ext uri="{FF2B5EF4-FFF2-40B4-BE49-F238E27FC236}">
                <a16:creationId xmlns:a16="http://schemas.microsoft.com/office/drawing/2014/main" id="{C9ED9B97-8A0B-44AE-80C9-17C0809C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67025"/>
            <a:ext cx="19716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Tu selección</a:t>
            </a:r>
          </a:p>
        </p:txBody>
      </p:sp>
      <p:sp>
        <p:nvSpPr>
          <p:cNvPr id="21" name="s17-text-20">
            <a:extLst xmlns:a="http://schemas.openxmlformats.org/drawingml/2006/main">
              <a:ext uri="{FF2B5EF4-FFF2-40B4-BE49-F238E27FC236}">
                <a16:creationId xmlns:a16="http://schemas.microsoft.com/office/drawing/2014/main" id="{E053EE88-AF45-4222-9B18-09605D96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05175"/>
            <a:ext cx="1971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Puedes guardar ideas 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volver a ellas después.</a:t>
            </a:r>
          </a:p>
        </p:txBody>
      </p:sp>
      <p:sp>
        <p:nvSpPr>
          <p:cNvPr id="22" name="s17-rect-21">
            <a:extLst xmlns:a="http://schemas.openxmlformats.org/drawingml/2006/main">
              <a:ext uri="{FF2B5EF4-FFF2-40B4-BE49-F238E27FC236}">
                <a16:creationId xmlns:a16="http://schemas.microsoft.com/office/drawing/2014/main" id="{0CD3CCE8-377D-4873-A3D4-C6A7AD8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16002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3" name="s17-text-22">
            <a:extLst xmlns:a="http://schemas.openxmlformats.org/drawingml/2006/main">
              <a:ext uri="{FF2B5EF4-FFF2-40B4-BE49-F238E27FC236}">
                <a16:creationId xmlns:a16="http://schemas.microsoft.com/office/drawing/2014/main" id="{768DDFD2-A3F7-4071-BBE1-6E09CD86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576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Entendido</a:t>
            </a:r>
          </a:p>
        </p:txBody>
      </p:sp>
      <p:sp>
        <p:nvSpPr>
          <p:cNvPr id="24" name="s17-rect-23">
            <a:extLst xmlns:a="http://schemas.openxmlformats.org/drawingml/2006/main">
              <a:ext uri="{FF2B5EF4-FFF2-40B4-BE49-F238E27FC236}">
                <a16:creationId xmlns:a16="http://schemas.microsoft.com/office/drawing/2014/main" id="{27E4435E-5E9C-4263-A4DA-527BBD1E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5" name="s17-text-24">
            <a:extLst xmlns:a="http://schemas.openxmlformats.org/drawingml/2006/main">
              <a:ext uri="{FF2B5EF4-FFF2-40B4-BE49-F238E27FC236}">
                <a16:creationId xmlns:a16="http://schemas.microsoft.com/office/drawing/2014/main" id="{58A72CE7-1596-4317-BD39-7A125CA3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6" name="s17-text-25">
            <a:extLst xmlns:a="http://schemas.openxmlformats.org/drawingml/2006/main">
              <a:ext uri="{FF2B5EF4-FFF2-40B4-BE49-F238E27FC236}">
                <a16:creationId xmlns:a16="http://schemas.microsoft.com/office/drawing/2014/main" id="{7E1932C1-E1D5-4C6E-AD9F-5C5C0B39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27" name="s17-text-26">
            <a:extLst xmlns:a="http://schemas.openxmlformats.org/drawingml/2006/main">
              <a:ext uri="{FF2B5EF4-FFF2-40B4-BE49-F238E27FC236}">
                <a16:creationId xmlns:a16="http://schemas.microsoft.com/office/drawing/2014/main" id="{9E94AB0D-BDA1-437B-97DE-68EF25E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Acciones relacionadas, separadores y estados desactivados con motivo.</a:t>
            </a:r>
          </a:p>
        </p:txBody>
      </p:sp>
      <p:sp>
        <p:nvSpPr>
          <p:cNvPr id="28" name="s17-text-27">
            <a:extLst xmlns:a="http://schemas.openxmlformats.org/drawingml/2006/main">
              <a:ext uri="{FF2B5EF4-FFF2-40B4-BE49-F238E27FC236}">
                <a16:creationId xmlns:a16="http://schemas.microsoft.com/office/drawing/2014/main" id="{AA06689C-BB36-4355-8048-73E140C8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Tooltip</a:t>
            </a:r>
          </a:p>
        </p:txBody>
      </p:sp>
      <p:sp>
        <p:nvSpPr>
          <p:cNvPr id="29" name="s17-text-28">
            <a:extLst xmlns:a="http://schemas.openxmlformats.org/drawingml/2006/main">
              <a:ext uri="{FF2B5EF4-FFF2-40B4-BE49-F238E27FC236}">
                <a16:creationId xmlns:a16="http://schemas.microsoft.com/office/drawing/2014/main" id="{E540E301-995A-4628-BC8A-E4B3A4B2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Ayuda breve al foco o al hover. No contiene acciones ni sustituye la etiqueta.</a:t>
            </a:r>
          </a:p>
        </p:txBody>
      </p:sp>
      <p:sp>
        <p:nvSpPr>
          <p:cNvPr id="30" name="s17-text-29">
            <a:extLst xmlns:a="http://schemas.openxmlformats.org/drawingml/2006/main">
              <a:ext uri="{FF2B5EF4-FFF2-40B4-BE49-F238E27FC236}">
                <a16:creationId xmlns:a16="http://schemas.microsoft.com/office/drawing/2014/main" id="{54D91FBD-C67B-4F2B-8F3E-D1EA7328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Popover</a:t>
            </a:r>
          </a:p>
        </p:txBody>
      </p:sp>
      <p:sp>
        <p:nvSpPr>
          <p:cNvPr id="31" name="s17-text-30">
            <a:extLst xmlns:a="http://schemas.openxmlformats.org/drawingml/2006/main">
              <a:ext uri="{FF2B5EF4-FFF2-40B4-BE49-F238E27FC236}">
                <a16:creationId xmlns:a16="http://schemas.microsoft.com/office/drawing/2014/main" id="{4AE3A4E3-620C-40E4-B0F6-EB766F4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Contenido enriquecido. Define cómo se abre, cierra y devuelve el foco.</a:t>
            </a:r>
          </a:p>
        </p:txBody>
      </p:sp>
      <p:sp>
        <p:nvSpPr>
          <p:cNvPr id="32" name="s17-rect-31">
            <a:extLst xmlns:a="http://schemas.openxmlformats.org/drawingml/2006/main">
              <a:ext uri="{FF2B5EF4-FFF2-40B4-BE49-F238E27FC236}">
                <a16:creationId xmlns:a16="http://schemas.microsoft.com/office/drawing/2014/main" id="{AE4C1C41-5B0D-4318-A958-4B6F720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3" name="s17-text-32">
            <a:extLst xmlns:a="http://schemas.openxmlformats.org/drawingml/2006/main">
              <a:ext uri="{FF2B5EF4-FFF2-40B4-BE49-F238E27FC236}">
                <a16:creationId xmlns:a16="http://schemas.microsoft.com/office/drawing/2014/main" id="{ABB1FF88-C5A8-4916-A151-F51EE153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elementos flotantes respetan los bordes de la pantalla y no ocultan el control que los activa.</a:t>
            </a:r>
          </a:p>
        </p:txBody>
      </p:sp>
    </p:spTree>
    <p:extLst>
      <p:ext uri="{BB962C8B-B14F-4D97-AF65-F5344CB8AC3E}">
        <p14:creationId xmlns:p14="http://schemas.microsoft.com/office/powerpoint/2010/main" val="17419940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18-rect-0">
            <a:extLst xmlns:a="http://schemas.openxmlformats.org/drawingml/2006/main">
              <a:ext uri="{FF2B5EF4-FFF2-40B4-BE49-F238E27FC236}">
                <a16:creationId xmlns:a16="http://schemas.microsoft.com/office/drawing/2014/main" id="{C56D6D45-220C-4738-8A8A-34DDA0F4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8-text-1">
            <a:extLst xmlns:a="http://schemas.openxmlformats.org/drawingml/2006/main">
              <a:ext uri="{FF2B5EF4-FFF2-40B4-BE49-F238E27FC236}">
                <a16:creationId xmlns:a16="http://schemas.microsoft.com/office/drawing/2014/main" id="{25D09FBF-1972-4D0C-9A0D-9A491D4D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8-text-2">
            <a:extLst xmlns:a="http://schemas.openxmlformats.org/drawingml/2006/main">
              <a:ext uri="{FF2B5EF4-FFF2-40B4-BE49-F238E27FC236}">
                <a16:creationId xmlns:a16="http://schemas.microsoft.com/office/drawing/2014/main" id="{C74A81D1-E27D-459B-BAAF-54D1DC5F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8-rect-3">
            <a:extLst xmlns:a="http://schemas.openxmlformats.org/drawingml/2006/main">
              <a:ext uri="{FF2B5EF4-FFF2-40B4-BE49-F238E27FC236}">
                <a16:creationId xmlns:a16="http://schemas.microsoft.com/office/drawing/2014/main" id="{BC71418E-EC36-4829-8548-FEBE89F1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8-text-4">
            <a:extLst xmlns:a="http://schemas.openxmlformats.org/drawingml/2006/main">
              <a:ext uri="{FF2B5EF4-FFF2-40B4-BE49-F238E27FC236}">
                <a16:creationId xmlns:a16="http://schemas.microsoft.com/office/drawing/2014/main" id="{1A6346C7-37C9-4D44-B8F7-C983A4EE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Tarjetas y elementos de lista</a:t>
            </a:r>
          </a:p>
        </p:txBody>
      </p:sp>
      <p:sp>
        <p:nvSpPr>
          <p:cNvPr id="6" name="s18-text-5">
            <a:extLst xmlns:a="http://schemas.openxmlformats.org/drawingml/2006/main">
              <a:ext uri="{FF2B5EF4-FFF2-40B4-BE49-F238E27FC236}">
                <a16:creationId xmlns:a16="http://schemas.microsoft.com/office/drawing/2014/main" id="{A82F2F3B-E700-4C4F-AB18-64D98A81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anatomía se mantiene aunque cambien el contenido y el contexto</a:t>
            </a:r>
          </a:p>
        </p:txBody>
      </p:sp>
      <p:sp>
        <p:nvSpPr>
          <p:cNvPr id="7" name="s18-text-6">
            <a:extLst xmlns:a="http://schemas.openxmlformats.org/drawingml/2006/main">
              <a:ext uri="{FF2B5EF4-FFF2-40B4-BE49-F238E27FC236}">
                <a16:creationId xmlns:a16="http://schemas.microsoft.com/office/drawing/2014/main" id="{E9AC93A6-AE7F-4420-92B8-B61F911C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s18-rect-7">
            <a:extLst xmlns:a="http://schemas.openxmlformats.org/drawingml/2006/main">
              <a:ext uri="{FF2B5EF4-FFF2-40B4-BE49-F238E27FC236}">
                <a16:creationId xmlns:a16="http://schemas.microsoft.com/office/drawing/2014/main" id="{86E87DC2-C146-41B8-8279-134145C7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5146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615EF-B772-45F9-B592-665475D90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ed9a42d6e4c5c"/>
          <a:stretch xmlns:a="http://schemas.openxmlformats.org/drawingml/2006/main"/>
        </p:blipFill>
        <p:spPr>
          <a:xfrm xmlns:a="http://schemas.openxmlformats.org/drawingml/2006/main">
            <a:off x="876300" y="2219325"/>
            <a:ext cx="1981200" cy="1981200"/>
          </a:xfrm>
          <a:prstGeom xmlns:a="http://schemas.openxmlformats.org/drawingml/2006/main" prst="rect">
            <a:avLst/>
          </a:prstGeom>
        </p:spPr>
      </p:pic>
      <p:sp>
        <p:nvSpPr>
          <p:cNvPr id="10" name="s18-text-9">
            <a:extLst xmlns:a="http://schemas.openxmlformats.org/drawingml/2006/main">
              <a:ext uri="{FF2B5EF4-FFF2-40B4-BE49-F238E27FC236}">
                <a16:creationId xmlns:a16="http://schemas.microsoft.com/office/drawing/2014/main" id="{11C7A009-65DA-4B4B-9F13-5CF9C54A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1" name="s18-text-10">
            <a:extLst xmlns:a="http://schemas.openxmlformats.org/drawingml/2006/main">
              <a:ext uri="{FF2B5EF4-FFF2-40B4-BE49-F238E27FC236}">
                <a16:creationId xmlns:a16="http://schemas.microsoft.com/office/drawing/2014/main" id="{7EB055DB-B9B5-4781-A793-17F31B8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29125"/>
            <a:ext cx="2181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Un momento para ti</a:t>
            </a:r>
          </a:p>
        </p:txBody>
      </p:sp>
      <p:sp>
        <p:nvSpPr>
          <p:cNvPr id="12" name="s18-text-11">
            <a:extLst xmlns:a="http://schemas.openxmlformats.org/drawingml/2006/main">
              <a:ext uri="{FF2B5EF4-FFF2-40B4-BE49-F238E27FC236}">
                <a16:creationId xmlns:a16="http://schemas.microsoft.com/office/drawing/2014/main" id="{698AA93A-4973-4D77-AF57-6992BEA8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10150"/>
            <a:ext cx="20955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Colección ilustrada</a:t>
            </a:r>
          </a:p>
        </p:txBody>
      </p:sp>
      <p:sp>
        <p:nvSpPr>
          <p:cNvPr id="13" name="s18-rect-12">
            <a:extLst xmlns:a="http://schemas.openxmlformats.org/drawingml/2006/main">
              <a:ext uri="{FF2B5EF4-FFF2-40B4-BE49-F238E27FC236}">
                <a16:creationId xmlns:a16="http://schemas.microsoft.com/office/drawing/2014/main" id="{41F83520-AA31-4EBE-A383-ED5E9CE0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105025"/>
            <a:ext cx="25146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38553-B606-48B8-A567-10C327DF4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72f726c384b7a"/>
          <a:stretch xmlns:a="http://schemas.openxmlformats.org/drawingml/2006/main"/>
        </p:blipFill>
        <p:spPr>
          <a:xfrm xmlns:a="http://schemas.openxmlformats.org/drawingml/2006/main">
            <a:off x="3590925" y="2219325"/>
            <a:ext cx="1981200" cy="1981200"/>
          </a:xfrm>
          <a:prstGeom xmlns:a="http://schemas.openxmlformats.org/drawingml/2006/main" prst="rect">
            <a:avLst/>
          </a:prstGeom>
        </p:spPr>
      </p:pic>
      <p:sp>
        <p:nvSpPr>
          <p:cNvPr id="15" name="s18-text-14">
            <a:extLst xmlns:a="http://schemas.openxmlformats.org/drawingml/2006/main">
              <a:ext uri="{FF2B5EF4-FFF2-40B4-BE49-F238E27FC236}">
                <a16:creationId xmlns:a16="http://schemas.microsoft.com/office/drawing/2014/main" id="{CCBEF403-6674-4388-BC35-401E1D35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6" name="s18-text-15">
            <a:extLst xmlns:a="http://schemas.openxmlformats.org/drawingml/2006/main">
              <a:ext uri="{FF2B5EF4-FFF2-40B4-BE49-F238E27FC236}">
                <a16:creationId xmlns:a16="http://schemas.microsoft.com/office/drawing/2014/main" id="{662BF81A-2997-448D-B2BE-638D6C72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29125"/>
            <a:ext cx="2181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Un gesto que abraza</a:t>
            </a:r>
          </a:p>
        </p:txBody>
      </p:sp>
      <p:sp>
        <p:nvSpPr>
          <p:cNvPr id="17" name="s18-text-16">
            <a:extLst xmlns:a="http://schemas.openxmlformats.org/drawingml/2006/main">
              <a:ext uri="{FF2B5EF4-FFF2-40B4-BE49-F238E27FC236}">
                <a16:creationId xmlns:a16="http://schemas.microsoft.com/office/drawing/2014/main" id="{1169CEAD-6E2D-4A66-BB7E-8E1F763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0150"/>
            <a:ext cx="20955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Para compartir</a:t>
            </a:r>
          </a:p>
        </p:txBody>
      </p:sp>
      <p:sp>
        <p:nvSpPr>
          <p:cNvPr id="18" name="s18-rect-17">
            <a:extLst xmlns:a="http://schemas.openxmlformats.org/drawingml/2006/main">
              <a:ext uri="{FF2B5EF4-FFF2-40B4-BE49-F238E27FC236}">
                <a16:creationId xmlns:a16="http://schemas.microsoft.com/office/drawing/2014/main" id="{434ABF16-8E2C-477F-854E-FB645892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05025"/>
            <a:ext cx="25146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EE8BA-7CDA-4AE7-BE46-D610270CD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e899b04a74f56"/>
          <a:stretch xmlns:a="http://schemas.openxmlformats.org/drawingml/2006/main"/>
        </p:blipFill>
        <p:spPr>
          <a:xfrm xmlns:a="http://schemas.openxmlformats.org/drawingml/2006/main">
            <a:off x="6305550" y="2219325"/>
            <a:ext cx="1981200" cy="1981200"/>
          </a:xfrm>
          <a:prstGeom xmlns:a="http://schemas.openxmlformats.org/drawingml/2006/main" prst="rect">
            <a:avLst/>
          </a:prstGeom>
        </p:spPr>
      </p:pic>
      <p:sp>
        <p:nvSpPr>
          <p:cNvPr id="20" name="s18-text-19">
            <a:extLst xmlns:a="http://schemas.openxmlformats.org/drawingml/2006/main">
              <a:ext uri="{FF2B5EF4-FFF2-40B4-BE49-F238E27FC236}">
                <a16:creationId xmlns:a16="http://schemas.microsoft.com/office/drawing/2014/main" id="{B27C0854-AAF9-421C-AE1F-F65595B3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21" name="s18-text-20">
            <a:extLst xmlns:a="http://schemas.openxmlformats.org/drawingml/2006/main">
              <a:ext uri="{FF2B5EF4-FFF2-40B4-BE49-F238E27FC236}">
                <a16:creationId xmlns:a16="http://schemas.microsoft.com/office/drawing/2014/main" id="{D31A6D8B-1696-4DDA-AAB3-F3F11C43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29125"/>
            <a:ext cx="2181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Un rincón de calma</a:t>
            </a:r>
          </a:p>
        </p:txBody>
      </p:sp>
      <p:sp>
        <p:nvSpPr>
          <p:cNvPr id="22" name="s18-text-21">
            <a:extLst xmlns:a="http://schemas.openxmlformats.org/drawingml/2006/main">
              <a:ext uri="{FF2B5EF4-FFF2-40B4-BE49-F238E27FC236}">
                <a16:creationId xmlns:a16="http://schemas.microsoft.com/office/drawing/2014/main" id="{7C9439D6-38FA-45D7-AD78-8A082404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010150"/>
            <a:ext cx="20955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Para tu espacio</a:t>
            </a:r>
          </a:p>
        </p:txBody>
      </p:sp>
      <p:sp>
        <p:nvSpPr>
          <p:cNvPr id="23" name="s18-rect-22">
            <a:extLst xmlns:a="http://schemas.openxmlformats.org/drawingml/2006/main">
              <a:ext uri="{FF2B5EF4-FFF2-40B4-BE49-F238E27FC236}">
                <a16:creationId xmlns:a16="http://schemas.microsoft.com/office/drawing/2014/main" id="{3249E985-4618-4489-98BF-17AEB7A3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4" name="s18-text-23">
            <a:extLst xmlns:a="http://schemas.openxmlformats.org/drawingml/2006/main">
              <a:ext uri="{FF2B5EF4-FFF2-40B4-BE49-F238E27FC236}">
                <a16:creationId xmlns:a16="http://schemas.microsoft.com/office/drawing/2014/main" id="{BDD3C4A8-62BC-43FE-939C-EBB8549C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5" name="s18-text-24">
            <a:extLst xmlns:a="http://schemas.openxmlformats.org/drawingml/2006/main">
              <a:ext uri="{FF2B5EF4-FFF2-40B4-BE49-F238E27FC236}">
                <a16:creationId xmlns:a16="http://schemas.microsoft.com/office/drawing/2014/main" id="{916B7272-B4F1-49BF-9B09-0A9E8219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Jerarquía</a:t>
            </a:r>
          </a:p>
        </p:txBody>
      </p:sp>
      <p:sp>
        <p:nvSpPr>
          <p:cNvPr id="26" name="s18-text-25">
            <a:extLst xmlns:a="http://schemas.openxmlformats.org/drawingml/2006/main">
              <a:ext uri="{FF2B5EF4-FFF2-40B4-BE49-F238E27FC236}">
                <a16:creationId xmlns:a16="http://schemas.microsoft.com/office/drawing/2014/main" id="{BBD8693A-ACF6-42CC-B114-E44E1558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Imagen, etiqueta, título, metadatos y acción. El título identifica el destino.</a:t>
            </a:r>
          </a:p>
        </p:txBody>
      </p:sp>
      <p:sp>
        <p:nvSpPr>
          <p:cNvPr id="27" name="s18-text-26">
            <a:extLst xmlns:a="http://schemas.openxmlformats.org/drawingml/2006/main">
              <a:ext uri="{FF2B5EF4-FFF2-40B4-BE49-F238E27FC236}">
                <a16:creationId xmlns:a16="http://schemas.microsoft.com/office/drawing/2014/main" id="{9956847F-5680-40B8-AF15-C5417F16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Acciones separadas</a:t>
            </a:r>
          </a:p>
        </p:txBody>
      </p:sp>
      <p:sp>
        <p:nvSpPr>
          <p:cNvPr id="28" name="s18-text-27">
            <a:extLst xmlns:a="http://schemas.openxmlformats.org/drawingml/2006/main">
              <a:ext uri="{FF2B5EF4-FFF2-40B4-BE49-F238E27FC236}">
                <a16:creationId xmlns:a16="http://schemas.microsoft.com/office/drawing/2014/main" id="{0BAB346D-98C2-4698-A7BB-AE8691C5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Favorito y enlace principal mantienen focos y nombres independientes.</a:t>
            </a:r>
          </a:p>
        </p:txBody>
      </p:sp>
      <p:sp>
        <p:nvSpPr>
          <p:cNvPr id="29" name="s18-text-28">
            <a:extLst xmlns:a="http://schemas.openxmlformats.org/drawingml/2006/main">
              <a:ext uri="{FF2B5EF4-FFF2-40B4-BE49-F238E27FC236}">
                <a16:creationId xmlns:a16="http://schemas.microsoft.com/office/drawing/2014/main" id="{F6ED1DA8-C259-45B9-A8DA-685593A7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Variantes</a:t>
            </a:r>
          </a:p>
        </p:txBody>
      </p:sp>
      <p:sp>
        <p:nvSpPr>
          <p:cNvPr id="30" name="s18-text-29">
            <a:extLst xmlns:a="http://schemas.openxmlformats.org/drawingml/2006/main">
              <a:ext uri="{FF2B5EF4-FFF2-40B4-BE49-F238E27FC236}">
                <a16:creationId xmlns:a16="http://schemas.microsoft.com/office/drawing/2014/main" id="{094CA094-347F-4473-94B4-99029A55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Producto, artículo, categoría y lista horizontal comparten espaciado y bordes.</a:t>
            </a:r>
          </a:p>
        </p:txBody>
      </p:sp>
      <p:sp>
        <p:nvSpPr>
          <p:cNvPr id="31" name="s18-rect-30">
            <a:extLst xmlns:a="http://schemas.openxmlformats.org/drawingml/2006/main">
              <a:ext uri="{FF2B5EF4-FFF2-40B4-BE49-F238E27FC236}">
                <a16:creationId xmlns:a16="http://schemas.microsoft.com/office/drawing/2014/main" id="{8AADE8CF-002B-4E16-9923-3B4EEAD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2" name="s18-text-31">
            <a:extLst xmlns:a="http://schemas.openxmlformats.org/drawingml/2006/main">
              <a:ext uri="{FF2B5EF4-FFF2-40B4-BE49-F238E27FC236}">
                <a16:creationId xmlns:a16="http://schemas.microsoft.com/office/drawing/2014/main" id="{06CF55E7-499C-4011-903F-0D72F79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tarjeta reserva espacio para imágenes y texto variable. Evitar que una altura fija recorte información útil.</a:t>
            </a:r>
          </a:p>
        </p:txBody>
      </p:sp>
    </p:spTree>
    <p:extLst>
      <p:ext uri="{BB962C8B-B14F-4D97-AF65-F5344CB8AC3E}">
        <p14:creationId xmlns:p14="http://schemas.microsoft.com/office/powerpoint/2010/main" val="19767114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19-rect-0">
            <a:extLst xmlns:a="http://schemas.openxmlformats.org/drawingml/2006/main">
              <a:ext uri="{FF2B5EF4-FFF2-40B4-BE49-F238E27FC236}">
                <a16:creationId xmlns:a16="http://schemas.microsoft.com/office/drawing/2014/main" id="{A7A885B8-DA67-4909-8306-6F3E6356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19-text-1">
            <a:extLst xmlns:a="http://schemas.openxmlformats.org/drawingml/2006/main">
              <a:ext uri="{FF2B5EF4-FFF2-40B4-BE49-F238E27FC236}">
                <a16:creationId xmlns:a16="http://schemas.microsoft.com/office/drawing/2014/main" id="{521AB0BE-8526-4B60-B08B-7B8D972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19-text-2">
            <a:extLst xmlns:a="http://schemas.openxmlformats.org/drawingml/2006/main">
              <a:ext uri="{FF2B5EF4-FFF2-40B4-BE49-F238E27FC236}">
                <a16:creationId xmlns:a16="http://schemas.microsoft.com/office/drawing/2014/main" id="{B49E7EE7-DFF7-4315-90AC-A28B4CC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19-rect-3">
            <a:extLst xmlns:a="http://schemas.openxmlformats.org/drawingml/2006/main">
              <a:ext uri="{FF2B5EF4-FFF2-40B4-BE49-F238E27FC236}">
                <a16:creationId xmlns:a16="http://schemas.microsoft.com/office/drawing/2014/main" id="{CAEF04DD-46FA-4927-8E10-6B031E57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19-text-4">
            <a:extLst xmlns:a="http://schemas.openxmlformats.org/drawingml/2006/main">
              <a:ext uri="{FF2B5EF4-FFF2-40B4-BE49-F238E27FC236}">
                <a16:creationId xmlns:a16="http://schemas.microsoft.com/office/drawing/2014/main" id="{6B8ABD09-3A92-4265-922E-60D99B6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Etiquetas, avatares y metadatos</a:t>
            </a:r>
          </a:p>
        </p:txBody>
      </p:sp>
      <p:sp>
        <p:nvSpPr>
          <p:cNvPr id="6" name="s19-text-5">
            <a:extLst xmlns:a="http://schemas.openxmlformats.org/drawingml/2006/main">
              <a:ext uri="{FF2B5EF4-FFF2-40B4-BE49-F238E27FC236}">
                <a16:creationId xmlns:a16="http://schemas.microsoft.com/office/drawing/2014/main" id="{5F2CFF0D-60B2-41BD-B565-729A37CD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Pequeñas piezas que añaden contexto sin competir con el contenido principal</a:t>
            </a:r>
          </a:p>
        </p:txBody>
      </p:sp>
      <p:sp>
        <p:nvSpPr>
          <p:cNvPr id="7" name="s19-text-6">
            <a:extLst xmlns:a="http://schemas.openxmlformats.org/drawingml/2006/main">
              <a:ext uri="{FF2B5EF4-FFF2-40B4-BE49-F238E27FC236}">
                <a16:creationId xmlns:a16="http://schemas.microsoft.com/office/drawing/2014/main" id="{635744EE-3D81-4218-9CA2-36B449A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s19-text-7">
            <a:extLst xmlns:a="http://schemas.openxmlformats.org/drawingml/2006/main">
              <a:ext uri="{FF2B5EF4-FFF2-40B4-BE49-F238E27FC236}">
                <a16:creationId xmlns:a16="http://schemas.microsoft.com/office/drawing/2014/main" id="{5AC1A397-8120-421D-8B56-8D62F28F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7620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BADGES DE ESTADO</a:t>
            </a:r>
          </a:p>
        </p:txBody>
      </p:sp>
      <p:sp>
        <p:nvSpPr>
          <p:cNvPr id="9" name="s19-rect-8">
            <a:extLst xmlns:a="http://schemas.openxmlformats.org/drawingml/2006/main">
              <a:ext uri="{FF2B5EF4-FFF2-40B4-BE49-F238E27FC236}">
                <a16:creationId xmlns:a16="http://schemas.microsoft.com/office/drawing/2014/main" id="{46742EF2-120F-4FB5-A150-5BA88DCF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4001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</a:ln>
        </p:spPr>
      </p:sp>
      <p:sp>
        <p:nvSpPr>
          <p:cNvPr id="10" name="s19-text-9">
            <a:extLst xmlns:a="http://schemas.openxmlformats.org/drawingml/2006/main">
              <a:ext uri="{FF2B5EF4-FFF2-40B4-BE49-F238E27FC236}">
                <a16:creationId xmlns:a16="http://schemas.microsoft.com/office/drawing/2014/main" id="{3AB04C2B-EF93-4930-A58C-EEAE1A71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247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16249"/>
                </a:solidFill>
                <a:latin typeface="Arial"/>
                <a:ea typeface="Arial"/>
                <a:cs typeface="Arial"/>
              </a:rPr>
              <a:t>Disponible</a:t>
            </a:r>
          </a:p>
        </p:txBody>
      </p:sp>
      <p:sp>
        <p:nvSpPr>
          <p:cNvPr id="11" name="s19-rect-10">
            <a:extLst xmlns:a="http://schemas.openxmlformats.org/drawingml/2006/main">
              <a:ext uri="{FF2B5EF4-FFF2-40B4-BE49-F238E27FC236}">
                <a16:creationId xmlns:a16="http://schemas.microsoft.com/office/drawing/2014/main" id="{4B159B05-FB68-4A1A-90AF-411AB309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43175"/>
            <a:ext cx="1571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noFill/>
          </a:ln>
        </p:spPr>
      </p:sp>
      <p:sp>
        <p:nvSpPr>
          <p:cNvPr id="12" name="s19-text-11">
            <a:extLst xmlns:a="http://schemas.openxmlformats.org/drawingml/2006/main">
              <a:ext uri="{FF2B5EF4-FFF2-40B4-BE49-F238E27FC236}">
                <a16:creationId xmlns:a16="http://schemas.microsoft.com/office/drawing/2014/main" id="{C6C1102A-C793-4012-A0EE-B6D567F7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90800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1510C"/>
                </a:solidFill>
                <a:latin typeface="Arial"/>
                <a:ea typeface="Arial"/>
                <a:cs typeface="Arial"/>
              </a:rPr>
              <a:t>Pocas unidades</a:t>
            </a:r>
          </a:p>
        </p:txBody>
      </p:sp>
      <p:sp>
        <p:nvSpPr>
          <p:cNvPr id="13" name="s19-rect-12">
            <a:extLst xmlns:a="http://schemas.openxmlformats.org/drawingml/2006/main">
              <a:ext uri="{FF2B5EF4-FFF2-40B4-BE49-F238E27FC236}">
                <a16:creationId xmlns:a16="http://schemas.microsoft.com/office/drawing/2014/main" id="{6618574E-2EA4-4309-8E2F-F8B7FEA6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43175"/>
            <a:ext cx="1190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DF"/>
          </a:solidFill>
          <a:ln xmlns:a="http://schemas.openxmlformats.org/drawingml/2006/main" w="0">
            <a:noFill/>
          </a:ln>
        </p:spPr>
      </p:sp>
      <p:sp>
        <p:nvSpPr>
          <p:cNvPr id="14" name="s19-text-13">
            <a:extLst xmlns:a="http://schemas.openxmlformats.org/drawingml/2006/main">
              <a:ext uri="{FF2B5EF4-FFF2-40B4-BE49-F238E27FC236}">
                <a16:creationId xmlns:a16="http://schemas.microsoft.com/office/drawing/2014/main" id="{F46F49D1-75A5-4488-B6DD-B4456778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Agotado</a:t>
            </a:r>
          </a:p>
        </p:txBody>
      </p:sp>
      <p:sp>
        <p:nvSpPr>
          <p:cNvPr id="15" name="s19-rect-14">
            <a:extLst xmlns:a="http://schemas.openxmlformats.org/drawingml/2006/main">
              <a:ext uri="{FF2B5EF4-FFF2-40B4-BE49-F238E27FC236}">
                <a16:creationId xmlns:a16="http://schemas.microsoft.com/office/drawing/2014/main" id="{C9F39787-10F1-4EC5-96FD-86CE6B4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4317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16" name="s19-text-15">
            <a:extLst xmlns:a="http://schemas.openxmlformats.org/drawingml/2006/main">
              <a:ext uri="{FF2B5EF4-FFF2-40B4-BE49-F238E27FC236}">
                <a16:creationId xmlns:a16="http://schemas.microsoft.com/office/drawing/2014/main" id="{04EC0846-45D3-41B1-8CBA-096878D1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908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Novedad</a:t>
            </a:r>
          </a:p>
        </p:txBody>
      </p:sp>
      <p:sp>
        <p:nvSpPr>
          <p:cNvPr id="17" name="s19-text-16">
            <a:extLst xmlns:a="http://schemas.openxmlformats.org/drawingml/2006/main">
              <a:ext uri="{FF2B5EF4-FFF2-40B4-BE49-F238E27FC236}">
                <a16:creationId xmlns:a16="http://schemas.microsoft.com/office/drawing/2014/main" id="{FB1B632D-C139-4885-A646-649A7F5E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620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AVATARES</a:t>
            </a:r>
          </a:p>
        </p:txBody>
      </p:sp>
      <p:sp>
        <p:nvSpPr>
          <p:cNvPr id="18" name="s19-ellipse-17">
            <a:extLst xmlns:a="http://schemas.openxmlformats.org/drawingml/2006/main">
              <a:ext uri="{FF2B5EF4-FFF2-40B4-BE49-F238E27FC236}">
                <a16:creationId xmlns:a16="http://schemas.microsoft.com/office/drawing/2014/main" id="{2AE1932F-2A39-4C69-9C43-4644B1AA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19" name="s19-text-18">
            <a:extLst xmlns:a="http://schemas.openxmlformats.org/drawingml/2006/main">
              <a:ext uri="{FF2B5EF4-FFF2-40B4-BE49-F238E27FC236}">
                <a16:creationId xmlns:a16="http://schemas.microsoft.com/office/drawing/2014/main" id="{D68F53BE-8DAF-4764-804C-BC94FBB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AG</a:t>
            </a:r>
          </a:p>
        </p:txBody>
      </p:sp>
      <p:sp>
        <p:nvSpPr>
          <p:cNvPr id="20" name="s19-ellipse-19">
            <a:extLst xmlns:a="http://schemas.openxmlformats.org/drawingml/2006/main">
              <a:ext uri="{FF2B5EF4-FFF2-40B4-BE49-F238E27FC236}">
                <a16:creationId xmlns:a16="http://schemas.microsoft.com/office/drawing/2014/main" id="{156FDB54-A5C4-4801-9569-F367870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242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1" name="s19-text-20">
            <a:extLst xmlns:a="http://schemas.openxmlformats.org/drawingml/2006/main">
              <a:ext uri="{FF2B5EF4-FFF2-40B4-BE49-F238E27FC236}">
                <a16:creationId xmlns:a16="http://schemas.microsoft.com/office/drawing/2014/main" id="{0C81DD53-C003-4BD9-A3E1-377BD95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76675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AG</a:t>
            </a:r>
          </a:p>
        </p:txBody>
      </p:sp>
      <p:sp>
        <p:nvSpPr>
          <p:cNvPr id="22" name="s19-ellipse-21">
            <a:extLst xmlns:a="http://schemas.openxmlformats.org/drawingml/2006/main">
              <a:ext uri="{FF2B5EF4-FFF2-40B4-BE49-F238E27FC236}">
                <a16:creationId xmlns:a16="http://schemas.microsoft.com/office/drawing/2014/main" id="{04ADDE4C-917C-4D67-84C9-686D0439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242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3" name="s19-text-22">
            <a:extLst xmlns:a="http://schemas.openxmlformats.org/drawingml/2006/main">
              <a:ext uri="{FF2B5EF4-FFF2-40B4-BE49-F238E27FC236}">
                <a16:creationId xmlns:a16="http://schemas.microsoft.com/office/drawing/2014/main" id="{1E382DBD-96EF-4CA3-BAA0-4F305418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52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AG</a:t>
            </a:r>
          </a:p>
        </p:txBody>
      </p:sp>
      <p:sp>
        <p:nvSpPr>
          <p:cNvPr id="24" name="s19-text-23">
            <a:extLst xmlns:a="http://schemas.openxmlformats.org/drawingml/2006/main">
              <a:ext uri="{FF2B5EF4-FFF2-40B4-BE49-F238E27FC236}">
                <a16:creationId xmlns:a16="http://schemas.microsoft.com/office/drawing/2014/main" id="{5673A919-E72E-4C58-A239-1E64EBDB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29050"/>
            <a:ext cx="285750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Ana García</a:t>
            </a:r>
          </a:p>
        </p:txBody>
      </p:sp>
      <p:sp>
        <p:nvSpPr>
          <p:cNvPr id="25" name="s19-text-24">
            <a:extLst xmlns:a="http://schemas.openxmlformats.org/drawingml/2006/main">
              <a:ext uri="{FF2B5EF4-FFF2-40B4-BE49-F238E27FC236}">
                <a16:creationId xmlns:a16="http://schemas.microsoft.com/office/drawing/2014/main" id="{8DE91F78-63B7-4C5D-9607-7CD3033A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0050"/>
            <a:ext cx="33337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Miembro de la comunidad</a:t>
            </a:r>
          </a:p>
        </p:txBody>
      </p:sp>
      <p:sp>
        <p:nvSpPr>
          <p:cNvPr id="26" name="s19-text-25">
            <a:extLst xmlns:a="http://schemas.openxmlformats.org/drawingml/2006/main">
              <a:ext uri="{FF2B5EF4-FFF2-40B4-BE49-F238E27FC236}">
                <a16:creationId xmlns:a16="http://schemas.microsoft.com/office/drawing/2014/main" id="{77E47630-D346-4F69-9AFE-84DFEE5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7620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PRECIO Y CONTEXTO / EJEMPLO</a:t>
            </a:r>
          </a:p>
        </p:txBody>
      </p:sp>
      <p:sp>
        <p:nvSpPr>
          <p:cNvPr id="27" name="s19-text-26">
            <a:extLst xmlns:a="http://schemas.openxmlformats.org/drawingml/2006/main">
              <a:ext uri="{FF2B5EF4-FFF2-40B4-BE49-F238E27FC236}">
                <a16:creationId xmlns:a16="http://schemas.microsoft.com/office/drawing/2014/main" id="{328A4643-A2E6-47FF-8C91-B1A3F69A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7145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24,00 €</a:t>
            </a:r>
          </a:p>
        </p:txBody>
      </p:sp>
      <p:sp>
        <p:nvSpPr>
          <p:cNvPr id="28" name="s19-text-27">
            <a:extLst xmlns:a="http://schemas.openxmlformats.org/drawingml/2006/main">
              <a:ext uri="{FF2B5EF4-FFF2-40B4-BE49-F238E27FC236}">
                <a16:creationId xmlns:a16="http://schemas.microsoft.com/office/drawing/2014/main" id="{6A309AD3-F45C-455A-A831-2CC1ADAB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62575"/>
            <a:ext cx="23812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Impuestos incluidos</a:t>
            </a:r>
          </a:p>
        </p:txBody>
      </p:sp>
      <p:sp>
        <p:nvSpPr>
          <p:cNvPr id="29" name="s19-rect-28">
            <a:extLst xmlns:a="http://schemas.openxmlformats.org/drawingml/2006/main">
              <a:ext uri="{FF2B5EF4-FFF2-40B4-BE49-F238E27FC236}">
                <a16:creationId xmlns:a16="http://schemas.microsoft.com/office/drawing/2014/main" id="{807AA82D-0247-4C9B-A46A-0EDF5BCC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197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30" name="s19-text-29">
            <a:extLst xmlns:a="http://schemas.openxmlformats.org/drawingml/2006/main">
              <a:ext uri="{FF2B5EF4-FFF2-40B4-BE49-F238E27FC236}">
                <a16:creationId xmlns:a16="http://schemas.microsoft.com/office/drawing/2014/main" id="{A40B80C2-F764-40B3-A2B7-69F6CC66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2673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Regalo</a:t>
            </a:r>
          </a:p>
        </p:txBody>
      </p:sp>
      <p:sp>
        <p:nvSpPr>
          <p:cNvPr id="31" name="s19-rect-30">
            <a:extLst xmlns:a="http://schemas.openxmlformats.org/drawingml/2006/main">
              <a:ext uri="{FF2B5EF4-FFF2-40B4-BE49-F238E27FC236}">
                <a16:creationId xmlns:a16="http://schemas.microsoft.com/office/drawing/2014/main" id="{2D2C79E8-59AB-4C0F-9567-55913196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32" name="s19-text-31">
            <a:extLst xmlns:a="http://schemas.openxmlformats.org/drawingml/2006/main">
              <a:ext uri="{FF2B5EF4-FFF2-40B4-BE49-F238E27FC236}">
                <a16:creationId xmlns:a16="http://schemas.microsoft.com/office/drawing/2014/main" id="{C01FF2FF-FF25-4961-A8AA-735B8EF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33" name="s19-text-32">
            <a:extLst xmlns:a="http://schemas.openxmlformats.org/drawingml/2006/main">
              <a:ext uri="{FF2B5EF4-FFF2-40B4-BE49-F238E27FC236}">
                <a16:creationId xmlns:a16="http://schemas.microsoft.com/office/drawing/2014/main" id="{CCFDB01E-A9B1-4EC6-9187-0D3EB4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Badge</a:t>
            </a:r>
          </a:p>
        </p:txBody>
      </p:sp>
      <p:sp>
        <p:nvSpPr>
          <p:cNvPr id="34" name="s19-text-33">
            <a:extLst xmlns:a="http://schemas.openxmlformats.org/drawingml/2006/main">
              <a:ext uri="{FF2B5EF4-FFF2-40B4-BE49-F238E27FC236}">
                <a16:creationId xmlns:a16="http://schemas.microsoft.com/office/drawing/2014/main" id="{A53C1B54-DC1E-4044-86C7-B2766953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estado incluye un nombre. El color es un apoyo, no la única señal.</a:t>
            </a:r>
          </a:p>
        </p:txBody>
      </p:sp>
      <p:sp>
        <p:nvSpPr>
          <p:cNvPr id="35" name="s19-text-34">
            <a:extLst xmlns:a="http://schemas.openxmlformats.org/drawingml/2006/main">
              <a:ext uri="{FF2B5EF4-FFF2-40B4-BE49-F238E27FC236}">
                <a16:creationId xmlns:a16="http://schemas.microsoft.com/office/drawing/2014/main" id="{0CA1EF98-A803-4D34-AC5C-65A9AFC3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Avatar</a:t>
            </a:r>
          </a:p>
        </p:txBody>
      </p:sp>
      <p:sp>
        <p:nvSpPr>
          <p:cNvPr id="36" name="s19-text-35">
            <a:extLst xmlns:a="http://schemas.openxmlformats.org/drawingml/2006/main">
              <a:ext uri="{FF2B5EF4-FFF2-40B4-BE49-F238E27FC236}">
                <a16:creationId xmlns:a16="http://schemas.microsoft.com/office/drawing/2014/main" id="{82D1A88B-B212-48F0-AAEF-D74C5690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Imagen, iniciales y alternativa sin datos. Evitar datos personales innecesarios.</a:t>
            </a:r>
          </a:p>
        </p:txBody>
      </p:sp>
      <p:sp>
        <p:nvSpPr>
          <p:cNvPr id="37" name="s19-text-36">
            <a:extLst xmlns:a="http://schemas.openxmlformats.org/drawingml/2006/main">
              <a:ext uri="{FF2B5EF4-FFF2-40B4-BE49-F238E27FC236}">
                <a16:creationId xmlns:a16="http://schemas.microsoft.com/office/drawing/2014/main" id="{3652E0CB-93AD-4B37-8DC9-B25C4299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Precio</a:t>
            </a:r>
          </a:p>
        </p:txBody>
      </p:sp>
      <p:sp>
        <p:nvSpPr>
          <p:cNvPr id="38" name="s19-text-37">
            <a:extLst xmlns:a="http://schemas.openxmlformats.org/drawingml/2006/main">
              <a:ext uri="{FF2B5EF4-FFF2-40B4-BE49-F238E27FC236}">
                <a16:creationId xmlns:a16="http://schemas.microsoft.com/office/drawing/2014/main" id="{DF2C33A4-3F10-4708-BDD2-4ACDB65C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Importe, moneda y contexto. Los valores mostrados aquí son ficticios.</a:t>
            </a:r>
          </a:p>
        </p:txBody>
      </p:sp>
      <p:sp>
        <p:nvSpPr>
          <p:cNvPr id="39" name="s19-rect-38">
            <a:extLst xmlns:a="http://schemas.openxmlformats.org/drawingml/2006/main">
              <a:ext uri="{FF2B5EF4-FFF2-40B4-BE49-F238E27FC236}">
                <a16:creationId xmlns:a16="http://schemas.microsoft.com/office/drawing/2014/main" id="{ADE94E20-F332-424D-80F2-DAF79B37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40" name="s19-text-39">
            <a:extLst xmlns:a="http://schemas.openxmlformats.org/drawingml/2006/main">
              <a:ext uri="{FF2B5EF4-FFF2-40B4-BE49-F238E27FC236}">
                <a16:creationId xmlns:a16="http://schemas.microsoft.com/office/drawing/2014/main" id="{A54A212B-E00B-4073-B028-7A14A42D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Badge, Tag, Avatar, Metadata y Price mantienen tamaños y alineación cuando aparecen juntos.</a:t>
            </a:r>
          </a:p>
        </p:txBody>
      </p:sp>
    </p:spTree>
    <p:extLst>
      <p:ext uri="{BB962C8B-B14F-4D97-AF65-F5344CB8AC3E}">
        <p14:creationId xmlns:p14="http://schemas.microsoft.com/office/powerpoint/2010/main" val="13033932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20-rect-0">
            <a:extLst xmlns:a="http://schemas.openxmlformats.org/drawingml/2006/main">
              <a:ext uri="{FF2B5EF4-FFF2-40B4-BE49-F238E27FC236}">
                <a16:creationId xmlns:a16="http://schemas.microsoft.com/office/drawing/2014/main" id="{F37837F3-6084-4129-936A-9012AD1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0-text-1">
            <a:extLst xmlns:a="http://schemas.openxmlformats.org/drawingml/2006/main">
              <a:ext uri="{FF2B5EF4-FFF2-40B4-BE49-F238E27FC236}">
                <a16:creationId xmlns:a16="http://schemas.microsoft.com/office/drawing/2014/main" id="{10E081E6-0880-44C7-AA5E-8569EA2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0-text-2">
            <a:extLst xmlns:a="http://schemas.openxmlformats.org/drawingml/2006/main">
              <a:ext uri="{FF2B5EF4-FFF2-40B4-BE49-F238E27FC236}">
                <a16:creationId xmlns:a16="http://schemas.microsoft.com/office/drawing/2014/main" id="{728268A6-A3B5-4E47-ABDC-E866554D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20-rect-3">
            <a:extLst xmlns:a="http://schemas.openxmlformats.org/drawingml/2006/main">
              <a:ext uri="{FF2B5EF4-FFF2-40B4-BE49-F238E27FC236}">
                <a16:creationId xmlns:a16="http://schemas.microsoft.com/office/drawing/2014/main" id="{742CD76C-148E-4AC8-BFC0-85AF9F04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0-text-4">
            <a:extLst xmlns:a="http://schemas.openxmlformats.org/drawingml/2006/main">
              <a:ext uri="{FF2B5EF4-FFF2-40B4-BE49-F238E27FC236}">
                <a16:creationId xmlns:a16="http://schemas.microsoft.com/office/drawing/2014/main" id="{D0E8C401-AC0E-436D-BDBF-FB0931E2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Acordeones y divulgación</a:t>
            </a:r>
          </a:p>
        </p:txBody>
      </p:sp>
      <p:sp>
        <p:nvSpPr>
          <p:cNvPr id="6" name="s20-text-5">
            <a:extLst xmlns:a="http://schemas.openxmlformats.org/drawingml/2006/main">
              <a:ext uri="{FF2B5EF4-FFF2-40B4-BE49-F238E27FC236}">
                <a16:creationId xmlns:a16="http://schemas.microsoft.com/office/drawing/2014/main" id="{04306335-AAEF-4129-9072-743D6537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información secundaria se expande sin perder el contexto</a:t>
            </a:r>
          </a:p>
        </p:txBody>
      </p:sp>
      <p:sp>
        <p:nvSpPr>
          <p:cNvPr id="7" name="s20-text-6">
            <a:extLst xmlns:a="http://schemas.openxmlformats.org/drawingml/2006/main">
              <a:ext uri="{FF2B5EF4-FFF2-40B4-BE49-F238E27FC236}">
                <a16:creationId xmlns:a16="http://schemas.microsoft.com/office/drawing/2014/main" id="{F8974708-2E02-45DE-B2A4-674FE98C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s20-rect-7">
            <a:extLst xmlns:a="http://schemas.openxmlformats.org/drawingml/2006/main">
              <a:ext uri="{FF2B5EF4-FFF2-40B4-BE49-F238E27FC236}">
                <a16:creationId xmlns:a16="http://schemas.microsoft.com/office/drawing/2014/main" id="{A37961FD-63CF-4EE7-8CD6-2BB2A68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7924800" cy="3371850"/>
          </a:xfrm>
          <a:prstGeom xmlns:a="http://schemas.openxmlformats.org/drawingml/2006/main" prst="roundRect">
            <a:avLst>
              <a:gd name="adj" fmla="val 141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9" name="s20-text-8">
            <a:extLst xmlns:a="http://schemas.openxmlformats.org/drawingml/2006/main">
              <a:ext uri="{FF2B5EF4-FFF2-40B4-BE49-F238E27FC236}">
                <a16:creationId xmlns:a16="http://schemas.microsoft.com/office/drawing/2014/main" id="{8B5BBABF-0137-4D91-A49C-006CD290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52675"/>
            <a:ext cx="6915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¿Cómo cuidar tu pieza?</a:t>
            </a:r>
          </a:p>
        </p:txBody>
      </p:sp>
      <p:sp>
        <p:nvSpPr>
          <p:cNvPr id="10" name="s20-text-9">
            <a:extLst xmlns:a="http://schemas.openxmlformats.org/drawingml/2006/main">
              <a:ext uri="{FF2B5EF4-FFF2-40B4-BE49-F238E27FC236}">
                <a16:creationId xmlns:a16="http://schemas.microsoft.com/office/drawing/2014/main" id="{43B8FAE7-7789-4A8B-90F8-FC08ABBA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05050"/>
            <a:ext cx="285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s20-rect-10">
            <a:extLst xmlns:a="http://schemas.openxmlformats.org/drawingml/2006/main">
              <a:ext uri="{FF2B5EF4-FFF2-40B4-BE49-F238E27FC236}">
                <a16:creationId xmlns:a16="http://schemas.microsoft.com/office/drawing/2014/main" id="{781EC312-8BB9-452A-B4D0-58695FDF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12" name="s20-text-11">
            <a:extLst xmlns:a="http://schemas.openxmlformats.org/drawingml/2006/main">
              <a:ext uri="{FF2B5EF4-FFF2-40B4-BE49-F238E27FC236}">
                <a16:creationId xmlns:a16="http://schemas.microsoft.com/office/drawing/2014/main" id="{774DA4C9-51A5-4EEF-B5FF-9A3B0F5F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28950"/>
            <a:ext cx="7029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Limpia la superficie con un paño suave y seco.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Consulta las indicaciones específicas de cada material.</a:t>
            </a:r>
          </a:p>
        </p:txBody>
      </p:sp>
      <p:sp>
        <p:nvSpPr>
          <p:cNvPr id="13" name="s20-rect-12">
            <a:extLst xmlns:a="http://schemas.openxmlformats.org/drawingml/2006/main">
              <a:ext uri="{FF2B5EF4-FFF2-40B4-BE49-F238E27FC236}">
                <a16:creationId xmlns:a16="http://schemas.microsoft.com/office/drawing/2014/main" id="{EBC6398E-CEEF-42F4-B701-0510ECF9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33825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14" name="s20-text-13">
            <a:extLst xmlns:a="http://schemas.openxmlformats.org/drawingml/2006/main">
              <a:ext uri="{FF2B5EF4-FFF2-40B4-BE49-F238E27FC236}">
                <a16:creationId xmlns:a16="http://schemas.microsoft.com/office/drawing/2014/main" id="{7A4BE138-DDA8-4ABB-B599-26DD0E7F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00525"/>
            <a:ext cx="6953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¿Puedo añadir un mensaje?</a:t>
            </a:r>
          </a:p>
        </p:txBody>
      </p:sp>
      <p:sp>
        <p:nvSpPr>
          <p:cNvPr id="15" name="s20-text-14">
            <a:extLst xmlns:a="http://schemas.openxmlformats.org/drawingml/2006/main">
              <a:ext uri="{FF2B5EF4-FFF2-40B4-BE49-F238E27FC236}">
                <a16:creationId xmlns:a16="http://schemas.microsoft.com/office/drawing/2014/main" id="{6E091593-E029-4E77-BEAA-14BA668A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152900"/>
            <a:ext cx="285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s20-rect-15">
            <a:extLst xmlns:a="http://schemas.openxmlformats.org/drawingml/2006/main">
              <a:ext uri="{FF2B5EF4-FFF2-40B4-BE49-F238E27FC236}">
                <a16:creationId xmlns:a16="http://schemas.microsoft.com/office/drawing/2014/main" id="{9D228776-8C3F-4AAD-AE3C-8966CBA7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17" name="s20-text-16">
            <a:extLst xmlns:a="http://schemas.openxmlformats.org/drawingml/2006/main">
              <a:ext uri="{FF2B5EF4-FFF2-40B4-BE49-F238E27FC236}">
                <a16:creationId xmlns:a16="http://schemas.microsoft.com/office/drawing/2014/main" id="{91EDFF22-27A2-4D89-8D0F-4A963B3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0"/>
            <a:ext cx="69532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¿Dónde encuentro más información?</a:t>
            </a:r>
          </a:p>
        </p:txBody>
      </p:sp>
      <p:sp>
        <p:nvSpPr>
          <p:cNvPr id="18" name="s20-text-17">
            <a:extLst xmlns:a="http://schemas.openxmlformats.org/drawingml/2006/main">
              <a:ext uri="{FF2B5EF4-FFF2-40B4-BE49-F238E27FC236}">
                <a16:creationId xmlns:a16="http://schemas.microsoft.com/office/drawing/2014/main" id="{1EE9FFEC-D92B-4A8C-B8EC-DE8DB428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05375"/>
            <a:ext cx="285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s20-rect-18">
            <a:extLst xmlns:a="http://schemas.openxmlformats.org/drawingml/2006/main">
              <a:ext uri="{FF2B5EF4-FFF2-40B4-BE49-F238E27FC236}">
                <a16:creationId xmlns:a16="http://schemas.microsoft.com/office/drawing/2014/main" id="{7019B55B-4548-4264-A889-6CDB9091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0" name="s20-text-19">
            <a:extLst xmlns:a="http://schemas.openxmlformats.org/drawingml/2006/main">
              <a:ext uri="{FF2B5EF4-FFF2-40B4-BE49-F238E27FC236}">
                <a16:creationId xmlns:a16="http://schemas.microsoft.com/office/drawing/2014/main" id="{0ABFB1EE-1B58-478A-81DA-B8888872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1" name="s20-text-20">
            <a:extLst xmlns:a="http://schemas.openxmlformats.org/drawingml/2006/main">
              <a:ext uri="{FF2B5EF4-FFF2-40B4-BE49-F238E27FC236}">
                <a16:creationId xmlns:a16="http://schemas.microsoft.com/office/drawing/2014/main" id="{43694FD6-804E-4FDC-86D5-EE5963F9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Estructura</a:t>
            </a:r>
          </a:p>
        </p:txBody>
      </p:sp>
      <p:sp>
        <p:nvSpPr>
          <p:cNvPr id="22" name="s20-text-21">
            <a:extLst xmlns:a="http://schemas.openxmlformats.org/drawingml/2006/main">
              <a:ext uri="{FF2B5EF4-FFF2-40B4-BE49-F238E27FC236}">
                <a16:creationId xmlns:a16="http://schemas.microsoft.com/office/drawing/2014/main" id="{34C8199B-637B-45F4-83A7-92BE8FF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Cada título contiene un botón y anuncia si el panel está expandido.</a:t>
            </a:r>
          </a:p>
        </p:txBody>
      </p:sp>
      <p:sp>
        <p:nvSpPr>
          <p:cNvPr id="23" name="s20-text-22">
            <a:extLst xmlns:a="http://schemas.openxmlformats.org/drawingml/2006/main">
              <a:ext uri="{FF2B5EF4-FFF2-40B4-BE49-F238E27FC236}">
                <a16:creationId xmlns:a16="http://schemas.microsoft.com/office/drawing/2014/main" id="{082C1A51-8E89-4FCA-90E7-3902066D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Apertura</a:t>
            </a:r>
          </a:p>
        </p:txBody>
      </p:sp>
      <p:sp>
        <p:nvSpPr>
          <p:cNvPr id="24" name="s20-text-23">
            <a:extLst xmlns:a="http://schemas.openxmlformats.org/drawingml/2006/main">
              <a:ext uri="{FF2B5EF4-FFF2-40B4-BE49-F238E27FC236}">
                <a16:creationId xmlns:a16="http://schemas.microsoft.com/office/drawing/2014/main" id="{BD1CA595-AB56-4DBF-B7D0-793B7FA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Definir si se permite abrir uno o varios paneles y conservar esa elección.</a:t>
            </a:r>
          </a:p>
        </p:txBody>
      </p:sp>
      <p:sp>
        <p:nvSpPr>
          <p:cNvPr id="25" name="s20-text-24">
            <a:extLst xmlns:a="http://schemas.openxmlformats.org/drawingml/2006/main">
              <a:ext uri="{FF2B5EF4-FFF2-40B4-BE49-F238E27FC236}">
                <a16:creationId xmlns:a16="http://schemas.microsoft.com/office/drawing/2014/main" id="{B3019B68-BBB6-4ECC-905C-BAB12E7C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Accesibilidad</a:t>
            </a:r>
          </a:p>
        </p:txBody>
      </p:sp>
      <p:sp>
        <p:nvSpPr>
          <p:cNvPr id="26" name="s20-text-25">
            <a:extLst xmlns:a="http://schemas.openxmlformats.org/drawingml/2006/main">
              <a:ext uri="{FF2B5EF4-FFF2-40B4-BE49-F238E27FC236}">
                <a16:creationId xmlns:a16="http://schemas.microsoft.com/office/drawing/2014/main" id="{EDCEE8F9-D3EE-4B5D-AAA8-BA66DCF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contenido cerrado no recibe foco. No cambiar el orden de lectura.</a:t>
            </a:r>
          </a:p>
        </p:txBody>
      </p:sp>
      <p:sp>
        <p:nvSpPr>
          <p:cNvPr id="27" name="s20-rect-26">
            <a:extLst xmlns:a="http://schemas.openxmlformats.org/drawingml/2006/main">
              <a:ext uri="{FF2B5EF4-FFF2-40B4-BE49-F238E27FC236}">
                <a16:creationId xmlns:a16="http://schemas.microsoft.com/office/drawing/2014/main" id="{C039B316-E5CE-417D-ACB4-C4271493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8" name="s20-text-27">
            <a:extLst xmlns:a="http://schemas.openxmlformats.org/drawingml/2006/main">
              <a:ext uri="{FF2B5EF4-FFF2-40B4-BE49-F238E27FC236}">
                <a16:creationId xmlns:a16="http://schemas.microsoft.com/office/drawing/2014/main" id="{93728CCE-BCDF-49E0-8F4E-4AF3B3ED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Accordion, AccordionItem, AccordionTrigger y AccordionPanel permiten organizar ayuda, detalles y condiciones.</a:t>
            </a:r>
          </a:p>
        </p:txBody>
      </p:sp>
    </p:spTree>
    <p:extLst>
      <p:ext uri="{BB962C8B-B14F-4D97-AF65-F5344CB8AC3E}">
        <p14:creationId xmlns:p14="http://schemas.microsoft.com/office/powerpoint/2010/main" val="11092013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21-rect-0">
            <a:extLst xmlns:a="http://schemas.openxmlformats.org/drawingml/2006/main">
              <a:ext uri="{FF2B5EF4-FFF2-40B4-BE49-F238E27FC236}">
                <a16:creationId xmlns:a16="http://schemas.microsoft.com/office/drawing/2014/main" id="{2A2EC086-52A9-4033-A1F0-3E01CFB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1-text-1">
            <a:extLst xmlns:a="http://schemas.openxmlformats.org/drawingml/2006/main">
              <a:ext uri="{FF2B5EF4-FFF2-40B4-BE49-F238E27FC236}">
                <a16:creationId xmlns:a16="http://schemas.microsoft.com/office/drawing/2014/main" id="{1A79ABF6-C5A0-4370-8DE6-E48133D7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1-text-2">
            <a:extLst xmlns:a="http://schemas.openxmlformats.org/drawingml/2006/main">
              <a:ext uri="{FF2B5EF4-FFF2-40B4-BE49-F238E27FC236}">
                <a16:creationId xmlns:a16="http://schemas.microsoft.com/office/drawing/2014/main" id="{2628F94F-CC32-466C-BBB3-E33CC4DE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21-rect-3">
            <a:extLst xmlns:a="http://schemas.openxmlformats.org/drawingml/2006/main">
              <a:ext uri="{FF2B5EF4-FFF2-40B4-BE49-F238E27FC236}">
                <a16:creationId xmlns:a16="http://schemas.microsoft.com/office/drawing/2014/main" id="{133A21AE-B6BD-442D-91F0-963C97D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1-text-4">
            <a:extLst xmlns:a="http://schemas.openxmlformats.org/drawingml/2006/main">
              <a:ext uri="{FF2B5EF4-FFF2-40B4-BE49-F238E27FC236}">
                <a16:creationId xmlns:a16="http://schemas.microsoft.com/office/drawing/2014/main" id="{81A535B7-5B46-45D0-8B3D-9935625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Tablas y listas de datos</a:t>
            </a:r>
          </a:p>
        </p:txBody>
      </p:sp>
      <p:sp>
        <p:nvSpPr>
          <p:cNvPr id="6" name="s21-text-5">
            <a:extLst xmlns:a="http://schemas.openxmlformats.org/drawingml/2006/main">
              <a:ext uri="{FF2B5EF4-FFF2-40B4-BE49-F238E27FC236}">
                <a16:creationId xmlns:a16="http://schemas.microsoft.com/office/drawing/2014/main" id="{9FF81A6B-1AE5-4ECE-AADD-C1A5518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registros se pueden leer, comparar y seleccionar sin perder sus encabezados</a:t>
            </a:r>
          </a:p>
        </p:txBody>
      </p:sp>
      <p:sp>
        <p:nvSpPr>
          <p:cNvPr id="7" name="s21-text-6">
            <a:extLst xmlns:a="http://schemas.openxmlformats.org/drawingml/2006/main">
              <a:ext uri="{FF2B5EF4-FFF2-40B4-BE49-F238E27FC236}">
                <a16:creationId xmlns:a16="http://schemas.microsoft.com/office/drawing/2014/main" id="{B5535058-C741-46AE-AD91-32AED81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8" name="s21-rect-34">
            <a:extLst xmlns:a="http://schemas.openxmlformats.org/drawingml/2006/main">
              <a:ext uri="{FF2B5EF4-FFF2-40B4-BE49-F238E27FC236}">
                <a16:creationId xmlns:a16="http://schemas.microsoft.com/office/drawing/2014/main" id="{6F52B08E-5885-4F16-B852-4B09233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9" name="s21-text-35">
            <a:extLst xmlns:a="http://schemas.openxmlformats.org/drawingml/2006/main">
              <a:ext uri="{FF2B5EF4-FFF2-40B4-BE49-F238E27FC236}">
                <a16:creationId xmlns:a16="http://schemas.microsoft.com/office/drawing/2014/main" id="{8FFCE0CD-6F46-491E-97C9-A34EB1D6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10" name="s21-text-36">
            <a:extLst xmlns:a="http://schemas.openxmlformats.org/drawingml/2006/main">
              <a:ext uri="{FF2B5EF4-FFF2-40B4-BE49-F238E27FC236}">
                <a16:creationId xmlns:a16="http://schemas.microsoft.com/office/drawing/2014/main" id="{75854F69-2EF2-4F23-BF44-E20D4EB4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1" name="s21-text-37">
            <a:extLst xmlns:a="http://schemas.openxmlformats.org/drawingml/2006/main">
              <a:ext uri="{FF2B5EF4-FFF2-40B4-BE49-F238E27FC236}">
                <a16:creationId xmlns:a16="http://schemas.microsoft.com/office/drawing/2014/main" id="{47B48C8F-9E2A-43CE-8FAC-9D6FDA8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Encabezados claros, alineación por tipo y unidades visibles.</a:t>
            </a:r>
          </a:p>
        </p:txBody>
      </p:sp>
      <p:sp>
        <p:nvSpPr>
          <p:cNvPr id="12" name="s21-text-38">
            <a:extLst xmlns:a="http://schemas.openxmlformats.org/drawingml/2006/main">
              <a:ext uri="{FF2B5EF4-FFF2-40B4-BE49-F238E27FC236}">
                <a16:creationId xmlns:a16="http://schemas.microsoft.com/office/drawing/2014/main" id="{92583513-349F-486F-AD95-4234EDD5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Selección</a:t>
            </a:r>
          </a:p>
        </p:txBody>
      </p:sp>
      <p:sp>
        <p:nvSpPr>
          <p:cNvPr id="13" name="s21-text-39">
            <a:extLst xmlns:a="http://schemas.openxmlformats.org/drawingml/2006/main">
              <a:ext uri="{FF2B5EF4-FFF2-40B4-BE49-F238E27FC236}">
                <a16:creationId xmlns:a16="http://schemas.microsoft.com/office/drawing/2014/main" id="{CFC5B682-5219-49B2-ACED-216494F6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Distinguir filas seleccionadas, acciones múltiples y selección de la página.</a:t>
            </a:r>
          </a:p>
        </p:txBody>
      </p:sp>
      <p:sp>
        <p:nvSpPr>
          <p:cNvPr id="14" name="s21-text-40">
            <a:extLst xmlns:a="http://schemas.openxmlformats.org/drawingml/2006/main">
              <a:ext uri="{FF2B5EF4-FFF2-40B4-BE49-F238E27FC236}">
                <a16:creationId xmlns:a16="http://schemas.microsoft.com/office/drawing/2014/main" id="{7E994EB1-F9C5-40DC-85D7-CD552A4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Móvil</a:t>
            </a:r>
          </a:p>
        </p:txBody>
      </p:sp>
      <p:sp>
        <p:nvSpPr>
          <p:cNvPr id="15" name="s21-text-41">
            <a:extLst xmlns:a="http://schemas.openxmlformats.org/drawingml/2006/main">
              <a:ext uri="{FF2B5EF4-FFF2-40B4-BE49-F238E27FC236}">
                <a16:creationId xmlns:a16="http://schemas.microsoft.com/office/drawing/2014/main" id="{86171218-6C16-40CA-8D5D-032672BE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Desplazamiento horizontal o lista alternativa sin perder etiquetas ni datos.</a:t>
            </a:r>
          </a:p>
        </p:txBody>
      </p:sp>
      <p:sp>
        <p:nvSpPr>
          <p:cNvPr id="16" name="s21-rect-42">
            <a:extLst xmlns:a="http://schemas.openxmlformats.org/drawingml/2006/main">
              <a:ext uri="{FF2B5EF4-FFF2-40B4-BE49-F238E27FC236}">
                <a16:creationId xmlns:a16="http://schemas.microsoft.com/office/drawing/2014/main" id="{1EDDB303-5000-471C-99E6-2266A2B8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17" name="s21-text-43">
            <a:extLst xmlns:a="http://schemas.openxmlformats.org/drawingml/2006/main">
              <a:ext uri="{FF2B5EF4-FFF2-40B4-BE49-F238E27FC236}">
                <a16:creationId xmlns:a16="http://schemas.microsoft.com/office/drawing/2014/main" id="{F9C9B83A-E991-44D5-BA23-F21923A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DataTable: ordenar, seleccionar, cargar, vaciar y recuperar errores. Evitar tablas para maquetar contenido.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B4285-7BA0-42CB-A38A-192FE6680051}"/>
              </a:ext>
            </a:extLst>
          </p:cNvPr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7924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971675"/>
                <a:gridCol w="1190625"/>
                <a:gridCol w="1571625"/>
              </a:tblGrid>
              <a:tr h="809625">
                <a:tc>
                  <a:txBody>
                    <a:bodyPr lIns="142875" tIns="142875" rIns="142875" bIns="142875"/>
                    <a:lstStyle/>
                    <a:p>
                      <a:r>
                        <a:rPr sz="1200" b="1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Pieza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DCD3"/>
                      </a:solidFill>
                      <a:prstDash val="solid"/>
                    </a:lnL>
                    <a:lnR w="9525">
                      <a:solidFill>
                        <a:srgbClr val="DDDCD3"/>
                      </a:solidFill>
                      <a:prstDash val="solid"/>
                    </a:lnR>
                    <a:lnT w="9525">
                      <a:solidFill>
                        <a:srgbClr val="DDDCD3"/>
                      </a:solidFill>
                      <a:prstDash val="solid"/>
                    </a:lnT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E4E8DF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00" b="1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T w="9525">
                      <a:solidFill>
                        <a:srgbClr val="DDDCD3"/>
                      </a:solidFill>
                      <a:prstDash val="solid"/>
                    </a:lnT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E4E8DF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00" b="1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Cantidad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T w="9525">
                      <a:solidFill>
                        <a:srgbClr val="DDDCD3"/>
                      </a:solidFill>
                      <a:prstDash val="solid"/>
                    </a:lnT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E4E8DF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00" b="1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Acciones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T w="9525">
                      <a:solidFill>
                        <a:srgbClr val="DDDCD3"/>
                      </a:solidFill>
                      <a:prstDash val="solid"/>
                    </a:lnT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E4E8DF"/>
                    </a:solidFill>
                  </a:tcPr>
                </a:tc>
              </a:tr>
              <a:tr h="809625"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Taza con corazón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DCD3"/>
                      </a:solidFill>
                      <a:prstDash val="solid"/>
                    </a:lnL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Disponible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Ver detalle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</a:tr>
              <a:tr h="809625"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Detalle para regalar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DCD3"/>
                      </a:solidFill>
                      <a:prstDash val="solid"/>
                    </a:lnL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Ver detalle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</a:tr>
              <a:tr h="809625"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Arco decorativo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DCD3"/>
                      </a:solidFill>
                      <a:prstDash val="solid"/>
                    </a:lnL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Disponible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 lIns="142875" tIns="142875" rIns="142875" bIns="142875"/>
                    <a:lstStyle/>
                    <a:p>
                      <a:r>
                        <a:rPr sz="1275" b="0">
                          <a:solidFill>
                            <a:srgbClr val="172C52"/>
                          </a:solidFill>
                          <a:latin typeface="Arial"/>
                          <a:ea typeface="Arial"/>
                          <a:cs typeface="Arial"/>
                        </a:rPr>
                        <a:t>Ver detalle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DCD3"/>
                      </a:solidFill>
                      <a:prstDash val="solid"/>
                    </a:lnR>
                    <a:lnB w="9525">
                      <a:solidFill>
                        <a:srgbClr val="DDDCD3"/>
                      </a:solidFill>
                      <a:prstDash val="solid"/>
                    </a:lnB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1199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22-rect-0">
            <a:extLst xmlns:a="http://schemas.openxmlformats.org/drawingml/2006/main">
              <a:ext uri="{FF2B5EF4-FFF2-40B4-BE49-F238E27FC236}">
                <a16:creationId xmlns:a16="http://schemas.microsoft.com/office/drawing/2014/main" id="{AA128A41-555A-4558-9C7C-A51830E8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2-text-1">
            <a:extLst xmlns:a="http://schemas.openxmlformats.org/drawingml/2006/main">
              <a:ext uri="{FF2B5EF4-FFF2-40B4-BE49-F238E27FC236}">
                <a16:creationId xmlns:a16="http://schemas.microsoft.com/office/drawing/2014/main" id="{9AEC9355-074C-40DF-BCDC-03154FC4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2-text-2">
            <a:extLst xmlns:a="http://schemas.openxmlformats.org/drawingml/2006/main">
              <a:ext uri="{FF2B5EF4-FFF2-40B4-BE49-F238E27FC236}">
                <a16:creationId xmlns:a16="http://schemas.microsoft.com/office/drawing/2014/main" id="{D9CA874C-0C47-4208-94F5-F4F5AFBD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22-rect-3">
            <a:extLst xmlns:a="http://schemas.openxmlformats.org/drawingml/2006/main">
              <a:ext uri="{FF2B5EF4-FFF2-40B4-BE49-F238E27FC236}">
                <a16:creationId xmlns:a16="http://schemas.microsoft.com/office/drawing/2014/main" id="{74104A4C-4736-46BA-9F00-A246DEDC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2-text-4">
            <a:extLst xmlns:a="http://schemas.openxmlformats.org/drawingml/2006/main">
              <a:ext uri="{FF2B5EF4-FFF2-40B4-BE49-F238E27FC236}">
                <a16:creationId xmlns:a16="http://schemas.microsoft.com/office/drawing/2014/main" id="{20D4D950-9AC3-4983-94AD-186A8C3D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Paginación y pasos</a:t>
            </a:r>
          </a:p>
        </p:txBody>
      </p:sp>
      <p:sp>
        <p:nvSpPr>
          <p:cNvPr id="6" name="s22-text-5">
            <a:extLst xmlns:a="http://schemas.openxmlformats.org/drawingml/2006/main">
              <a:ext uri="{FF2B5EF4-FFF2-40B4-BE49-F238E27FC236}">
                <a16:creationId xmlns:a16="http://schemas.microsoft.com/office/drawing/2014/main" id="{CEC09086-5F00-4DFB-96F0-BAEE40D8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persona sabe dónde está, qué queda y cómo volver</a:t>
            </a:r>
          </a:p>
        </p:txBody>
      </p:sp>
      <p:sp>
        <p:nvSpPr>
          <p:cNvPr id="7" name="s22-text-6">
            <a:extLst xmlns:a="http://schemas.openxmlformats.org/drawingml/2006/main">
              <a:ext uri="{FF2B5EF4-FFF2-40B4-BE49-F238E27FC236}">
                <a16:creationId xmlns:a16="http://schemas.microsoft.com/office/drawing/2014/main" id="{555B50EE-5567-452C-B74C-A0C35E41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s22-text-7">
            <a:extLst xmlns:a="http://schemas.openxmlformats.org/drawingml/2006/main">
              <a:ext uri="{FF2B5EF4-FFF2-40B4-BE49-F238E27FC236}">
                <a16:creationId xmlns:a16="http://schemas.microsoft.com/office/drawing/2014/main" id="{DBA1C137-2427-4C2C-BE51-5502568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333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PAGINACIÓN</a:t>
            </a:r>
          </a:p>
        </p:txBody>
      </p:sp>
      <p:sp>
        <p:nvSpPr>
          <p:cNvPr id="9" name="s22-text-8">
            <a:extLst xmlns:a="http://schemas.openxmlformats.org/drawingml/2006/main">
              <a:ext uri="{FF2B5EF4-FFF2-40B4-BE49-F238E27FC236}">
                <a16:creationId xmlns:a16="http://schemas.microsoft.com/office/drawing/2014/main" id="{A68589CC-FA55-4E88-816B-377895D4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3810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Mostrando 1–12 de 48</a:t>
            </a:r>
          </a:p>
        </p:txBody>
      </p:sp>
      <p:sp>
        <p:nvSpPr>
          <p:cNvPr id="10" name="s22-rect-9">
            <a:extLst xmlns:a="http://schemas.openxmlformats.org/drawingml/2006/main">
              <a:ext uri="{FF2B5EF4-FFF2-40B4-BE49-F238E27FC236}">
                <a16:creationId xmlns:a16="http://schemas.microsoft.com/office/drawing/2014/main" id="{DA27F0E1-92F6-4969-BBB6-F410493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428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5DF"/>
          </a:solidFill>
          <a:ln xmlns:a="http://schemas.openxmlformats.org/drawingml/2006/main" w="0">
            <a:noFill/>
          </a:ln>
        </p:spPr>
      </p:sp>
      <p:sp>
        <p:nvSpPr>
          <p:cNvPr id="11" name="s22-text-10">
            <a:extLst xmlns:a="http://schemas.openxmlformats.org/drawingml/2006/main">
              <a:ext uri="{FF2B5EF4-FFF2-40B4-BE49-F238E27FC236}">
                <a16:creationId xmlns:a16="http://schemas.microsoft.com/office/drawing/2014/main" id="{ACFD8A74-FFFC-421C-90A9-7D7DB60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777A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77A83"/>
                </a:solidFill>
                <a:latin typeface="Arial"/>
                <a:ea typeface="Arial"/>
                <a:cs typeface="Arial"/>
              </a:rPr>
              <a:t>Anterior</a:t>
            </a:r>
          </a:p>
        </p:txBody>
      </p:sp>
      <p:sp>
        <p:nvSpPr>
          <p:cNvPr id="12" name="s22-rect-11">
            <a:extLst xmlns:a="http://schemas.openxmlformats.org/drawingml/2006/main">
              <a:ext uri="{FF2B5EF4-FFF2-40B4-BE49-F238E27FC236}">
                <a16:creationId xmlns:a16="http://schemas.microsoft.com/office/drawing/2014/main" id="{DCD2F4F4-503C-486F-BCA4-B8691F96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14675"/>
            <a:ext cx="438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3" name="s22-text-12">
            <a:extLst xmlns:a="http://schemas.openxmlformats.org/drawingml/2006/main">
              <a:ext uri="{FF2B5EF4-FFF2-40B4-BE49-F238E27FC236}">
                <a16:creationId xmlns:a16="http://schemas.microsoft.com/office/drawing/2014/main" id="{323A5CD5-8FE4-4135-A89B-FE5AFA9E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289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s22-rect-13">
            <a:extLst xmlns:a="http://schemas.openxmlformats.org/drawingml/2006/main">
              <a:ext uri="{FF2B5EF4-FFF2-40B4-BE49-F238E27FC236}">
                <a16:creationId xmlns:a16="http://schemas.microsoft.com/office/drawing/2014/main" id="{F6CA7B41-0AC6-4C8A-81E4-27F801C3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14675"/>
            <a:ext cx="438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5" name="s22-text-14">
            <a:extLst xmlns:a="http://schemas.openxmlformats.org/drawingml/2006/main">
              <a:ext uri="{FF2B5EF4-FFF2-40B4-BE49-F238E27FC236}">
                <a16:creationId xmlns:a16="http://schemas.microsoft.com/office/drawing/2014/main" id="{BD45955C-4767-46BE-AE4A-30E98E36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289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s22-rect-15">
            <a:extLst xmlns:a="http://schemas.openxmlformats.org/drawingml/2006/main">
              <a:ext uri="{FF2B5EF4-FFF2-40B4-BE49-F238E27FC236}">
                <a16:creationId xmlns:a16="http://schemas.microsoft.com/office/drawing/2014/main" id="{F3BB11EF-E570-491C-B803-BB91CC8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14675"/>
            <a:ext cx="438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7" name="s22-text-16">
            <a:extLst xmlns:a="http://schemas.openxmlformats.org/drawingml/2006/main">
              <a:ext uri="{FF2B5EF4-FFF2-40B4-BE49-F238E27FC236}">
                <a16:creationId xmlns:a16="http://schemas.microsoft.com/office/drawing/2014/main" id="{6F1CBF92-A4BA-41DD-86E6-A56896B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289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s22-rect-17">
            <a:extLst xmlns:a="http://schemas.openxmlformats.org/drawingml/2006/main">
              <a:ext uri="{FF2B5EF4-FFF2-40B4-BE49-F238E27FC236}">
                <a16:creationId xmlns:a16="http://schemas.microsoft.com/office/drawing/2014/main" id="{6F37AA6B-E3A0-4CDD-A8BE-540C64A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14675"/>
            <a:ext cx="438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9" name="s22-text-18">
            <a:extLst xmlns:a="http://schemas.openxmlformats.org/drawingml/2006/main">
              <a:ext uri="{FF2B5EF4-FFF2-40B4-BE49-F238E27FC236}">
                <a16:creationId xmlns:a16="http://schemas.microsoft.com/office/drawing/2014/main" id="{B0CDC054-8A75-40AF-B620-6C6E6FE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289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22-rect-19">
            <a:extLst xmlns:a="http://schemas.openxmlformats.org/drawingml/2006/main">
              <a:ext uri="{FF2B5EF4-FFF2-40B4-BE49-F238E27FC236}">
                <a16:creationId xmlns:a16="http://schemas.microsoft.com/office/drawing/2014/main" id="{2CB87FC9-2092-460E-9558-A7947660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14675"/>
            <a:ext cx="1428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1" name="s22-text-20">
            <a:extLst xmlns:a="http://schemas.openxmlformats.org/drawingml/2006/main">
              <a:ext uri="{FF2B5EF4-FFF2-40B4-BE49-F238E27FC236}">
                <a16:creationId xmlns:a16="http://schemas.microsoft.com/office/drawing/2014/main" id="{2A2AEAC6-527E-45A7-83F2-C3DDE81D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289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Siguiente</a:t>
            </a:r>
          </a:p>
        </p:txBody>
      </p:sp>
      <p:sp>
        <p:nvSpPr>
          <p:cNvPr id="22" name="s22-text-21">
            <a:extLst xmlns:a="http://schemas.openxmlformats.org/drawingml/2006/main">
              <a:ext uri="{FF2B5EF4-FFF2-40B4-BE49-F238E27FC236}">
                <a16:creationId xmlns:a16="http://schemas.microsoft.com/office/drawing/2014/main" id="{E278A38D-5ED8-45E2-8F16-78C06137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3337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PROCESO POR PASOS</a:t>
            </a:r>
          </a:p>
        </p:txBody>
      </p:sp>
      <p:sp>
        <p:nvSpPr>
          <p:cNvPr id="23" name="s22-rect-22">
            <a:extLst xmlns:a="http://schemas.openxmlformats.org/drawingml/2006/main">
              <a:ext uri="{FF2B5EF4-FFF2-40B4-BE49-F238E27FC236}">
                <a16:creationId xmlns:a16="http://schemas.microsoft.com/office/drawing/2014/main" id="{A8D182B0-4F61-46BC-9C21-757C08DA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652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4" name="s22-ellipse-23">
            <a:extLst xmlns:a="http://schemas.openxmlformats.org/drawingml/2006/main">
              <a:ext uri="{FF2B5EF4-FFF2-40B4-BE49-F238E27FC236}">
                <a16:creationId xmlns:a16="http://schemas.microsoft.com/office/drawing/2014/main" id="{2FF54C60-3FA2-4D75-8025-C30F120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5" name="s22-text-24">
            <a:extLst xmlns:a="http://schemas.openxmlformats.org/drawingml/2006/main">
              <a:ext uri="{FF2B5EF4-FFF2-40B4-BE49-F238E27FC236}">
                <a16:creationId xmlns:a16="http://schemas.microsoft.com/office/drawing/2014/main" id="{895A1E16-EE97-49EF-9A7C-A765FC7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3238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s22-text-25">
            <a:extLst xmlns:a="http://schemas.openxmlformats.org/drawingml/2006/main">
              <a:ext uri="{FF2B5EF4-FFF2-40B4-BE49-F238E27FC236}">
                <a16:creationId xmlns:a16="http://schemas.microsoft.com/office/drawing/2014/main" id="{F1D2BEBB-5FE6-4365-A40D-538EA858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6192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7" name="s22-ellipse-26">
            <a:extLst xmlns:a="http://schemas.openxmlformats.org/drawingml/2006/main">
              <a:ext uri="{FF2B5EF4-FFF2-40B4-BE49-F238E27FC236}">
                <a16:creationId xmlns:a16="http://schemas.microsoft.com/office/drawing/2014/main" id="{71387D81-5CA6-4EDD-B704-5879030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815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8" name="s22-text-27">
            <a:extLst xmlns:a="http://schemas.openxmlformats.org/drawingml/2006/main">
              <a:ext uri="{FF2B5EF4-FFF2-40B4-BE49-F238E27FC236}">
                <a16:creationId xmlns:a16="http://schemas.microsoft.com/office/drawing/2014/main" id="{BC809AFC-98F4-4F04-AF79-9398A9F2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57725"/>
            <a:ext cx="3238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s22-text-28">
            <a:extLst xmlns:a="http://schemas.openxmlformats.org/drawingml/2006/main">
              <a:ext uri="{FF2B5EF4-FFF2-40B4-BE49-F238E27FC236}">
                <a16:creationId xmlns:a16="http://schemas.microsoft.com/office/drawing/2014/main" id="{F5B642EC-6D14-4351-88B6-D21A3711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62550"/>
            <a:ext cx="16192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30" name="s22-ellipse-29">
            <a:extLst xmlns:a="http://schemas.openxmlformats.org/drawingml/2006/main">
              <a:ext uri="{FF2B5EF4-FFF2-40B4-BE49-F238E27FC236}">
                <a16:creationId xmlns:a16="http://schemas.microsoft.com/office/drawing/2014/main" id="{65779AF2-A01D-4F65-B947-F008587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815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31" name="s22-text-30">
            <a:extLst xmlns:a="http://schemas.openxmlformats.org/drawingml/2006/main">
              <a:ext uri="{FF2B5EF4-FFF2-40B4-BE49-F238E27FC236}">
                <a16:creationId xmlns:a16="http://schemas.microsoft.com/office/drawing/2014/main" id="{E6692CB3-A43B-4D86-B899-E82D318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57725"/>
            <a:ext cx="323850" cy="28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s22-text-31">
            <a:extLst xmlns:a="http://schemas.openxmlformats.org/drawingml/2006/main">
              <a:ext uri="{FF2B5EF4-FFF2-40B4-BE49-F238E27FC236}">
                <a16:creationId xmlns:a16="http://schemas.microsoft.com/office/drawing/2014/main" id="{A0D08874-729F-46D2-9581-8A612130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62550"/>
            <a:ext cx="16192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Revisión</a:t>
            </a:r>
          </a:p>
        </p:txBody>
      </p:sp>
      <p:sp>
        <p:nvSpPr>
          <p:cNvPr id="33" name="s22-rect-32">
            <a:extLst xmlns:a="http://schemas.openxmlformats.org/drawingml/2006/main">
              <a:ext uri="{FF2B5EF4-FFF2-40B4-BE49-F238E27FC236}">
                <a16:creationId xmlns:a16="http://schemas.microsoft.com/office/drawing/2014/main" id="{63F3E78D-F523-4E82-BE92-8B92690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34" name="s22-text-33">
            <a:extLst xmlns:a="http://schemas.openxmlformats.org/drawingml/2006/main">
              <a:ext uri="{FF2B5EF4-FFF2-40B4-BE49-F238E27FC236}">
                <a16:creationId xmlns:a16="http://schemas.microsoft.com/office/drawing/2014/main" id="{6DCB061F-5BA2-4990-BFB9-009829E3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35" name="s22-text-34">
            <a:extLst xmlns:a="http://schemas.openxmlformats.org/drawingml/2006/main">
              <a:ext uri="{FF2B5EF4-FFF2-40B4-BE49-F238E27FC236}">
                <a16:creationId xmlns:a16="http://schemas.microsoft.com/office/drawing/2014/main" id="{E1759E5D-1767-4A17-AFE4-6034A29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Paginación</a:t>
            </a:r>
          </a:p>
        </p:txBody>
      </p:sp>
      <p:sp>
        <p:nvSpPr>
          <p:cNvPr id="36" name="s22-text-35">
            <a:extLst xmlns:a="http://schemas.openxmlformats.org/drawingml/2006/main">
              <a:ext uri="{FF2B5EF4-FFF2-40B4-BE49-F238E27FC236}">
                <a16:creationId xmlns:a16="http://schemas.microsoft.com/office/drawing/2014/main" id="{26EE90AB-4C17-4C59-8F67-33C027F0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Página actual, anterior y siguiente. Conservar búsqueda y filtros.</a:t>
            </a:r>
          </a:p>
        </p:txBody>
      </p:sp>
      <p:sp>
        <p:nvSpPr>
          <p:cNvPr id="37" name="s22-text-36">
            <a:extLst xmlns:a="http://schemas.openxmlformats.org/drawingml/2006/main">
              <a:ext uri="{FF2B5EF4-FFF2-40B4-BE49-F238E27FC236}">
                <a16:creationId xmlns:a16="http://schemas.microsoft.com/office/drawing/2014/main" id="{F06392DC-0421-4908-A482-DBDB2ADA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Pasos</a:t>
            </a:r>
          </a:p>
        </p:txBody>
      </p:sp>
      <p:sp>
        <p:nvSpPr>
          <p:cNvPr id="38" name="s22-text-37">
            <a:extLst xmlns:a="http://schemas.openxmlformats.org/drawingml/2006/main">
              <a:ext uri="{FF2B5EF4-FFF2-40B4-BE49-F238E27FC236}">
                <a16:creationId xmlns:a16="http://schemas.microsoft.com/office/drawing/2014/main" id="{D92EC17F-444C-470F-BB4D-36254B2E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Completado, actual y pendiente. Permitir revisar sin borrar lo ya introducido.</a:t>
            </a:r>
          </a:p>
        </p:txBody>
      </p:sp>
      <p:sp>
        <p:nvSpPr>
          <p:cNvPr id="39" name="s22-text-38">
            <a:extLst xmlns:a="http://schemas.openxmlformats.org/drawingml/2006/main">
              <a:ext uri="{FF2B5EF4-FFF2-40B4-BE49-F238E27FC236}">
                <a16:creationId xmlns:a16="http://schemas.microsoft.com/office/drawing/2014/main" id="{1642CFCE-C2F3-4B4A-9B67-7FB4EAF9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Actualizaciones</a:t>
            </a:r>
          </a:p>
        </p:txBody>
      </p:sp>
      <p:sp>
        <p:nvSpPr>
          <p:cNvPr id="40" name="s22-text-39">
            <a:extLst xmlns:a="http://schemas.openxmlformats.org/drawingml/2006/main">
              <a:ext uri="{FF2B5EF4-FFF2-40B4-BE49-F238E27FC236}">
                <a16:creationId xmlns:a16="http://schemas.microsoft.com/office/drawing/2014/main" id="{807FD329-E524-4665-9762-8A85F534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Anunciar cambios y colocar el foco en un punto útil del nuevo contenido.</a:t>
            </a:r>
          </a:p>
        </p:txBody>
      </p:sp>
      <p:sp>
        <p:nvSpPr>
          <p:cNvPr id="41" name="s22-rect-40">
            <a:extLst xmlns:a="http://schemas.openxmlformats.org/drawingml/2006/main">
              <a:ext uri="{FF2B5EF4-FFF2-40B4-BE49-F238E27FC236}">
                <a16:creationId xmlns:a16="http://schemas.microsoft.com/office/drawing/2014/main" id="{4F9EDD07-34EF-44E9-A39F-8AC2F43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42" name="s22-text-41">
            <a:extLst xmlns:a="http://schemas.openxmlformats.org/drawingml/2006/main">
              <a:ext uri="{FF2B5EF4-FFF2-40B4-BE49-F238E27FC236}">
                <a16:creationId xmlns:a16="http://schemas.microsoft.com/office/drawing/2014/main" id="{C451A03B-228F-4D1A-A4EB-69A7FFB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Pagination y Stepper comparten estados y accesibilidad, pero resuelven tareas diferentes.</a:t>
            </a:r>
          </a:p>
        </p:txBody>
      </p:sp>
    </p:spTree>
    <p:extLst>
      <p:ext uri="{BB962C8B-B14F-4D97-AF65-F5344CB8AC3E}">
        <p14:creationId xmlns:p14="http://schemas.microsoft.com/office/powerpoint/2010/main" val="1853188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23-rect-0">
            <a:extLst xmlns:a="http://schemas.openxmlformats.org/drawingml/2006/main">
              <a:ext uri="{FF2B5EF4-FFF2-40B4-BE49-F238E27FC236}">
                <a16:creationId xmlns:a16="http://schemas.microsoft.com/office/drawing/2014/main" id="{B07D95E4-F71F-4FC6-BD9A-9AC2450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3-text-1">
            <a:extLst xmlns:a="http://schemas.openxmlformats.org/drawingml/2006/main">
              <a:ext uri="{FF2B5EF4-FFF2-40B4-BE49-F238E27FC236}">
                <a16:creationId xmlns:a16="http://schemas.microsoft.com/office/drawing/2014/main" id="{A43E57FE-2A93-4E80-BE1E-A2851409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3-text-2">
            <a:extLst xmlns:a="http://schemas.openxmlformats.org/drawingml/2006/main">
              <a:ext uri="{FF2B5EF4-FFF2-40B4-BE49-F238E27FC236}">
                <a16:creationId xmlns:a16="http://schemas.microsoft.com/office/drawing/2014/main" id="{F75434CE-DD9F-43E9-A2F1-C2397C5C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23-rect-3">
            <a:extLst xmlns:a="http://schemas.openxmlformats.org/drawingml/2006/main">
              <a:ext uri="{FF2B5EF4-FFF2-40B4-BE49-F238E27FC236}">
                <a16:creationId xmlns:a16="http://schemas.microsoft.com/office/drawing/2014/main" id="{93CB0855-9675-41EB-83D5-7F34AE63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3-text-4">
            <a:extLst xmlns:a="http://schemas.openxmlformats.org/drawingml/2006/main">
              <a:ext uri="{FF2B5EF4-FFF2-40B4-BE49-F238E27FC236}">
                <a16:creationId xmlns:a16="http://schemas.microsoft.com/office/drawing/2014/main" id="{8E1270C3-DA0B-4DFF-BF84-1AA7916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Mensajes, alertas y avisos</a:t>
            </a:r>
          </a:p>
        </p:txBody>
      </p:sp>
      <p:sp>
        <p:nvSpPr>
          <p:cNvPr id="6" name="s23-text-5">
            <a:extLst xmlns:a="http://schemas.openxmlformats.org/drawingml/2006/main">
              <a:ext uri="{FF2B5EF4-FFF2-40B4-BE49-F238E27FC236}">
                <a16:creationId xmlns:a16="http://schemas.microsoft.com/office/drawing/2014/main" id="{C54E88B9-5B66-4812-8DB2-09375E06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Cada mensaje explica qué ocurrió y cuál es el siguiente paso</a:t>
            </a:r>
          </a:p>
        </p:txBody>
      </p:sp>
      <p:sp>
        <p:nvSpPr>
          <p:cNvPr id="7" name="s23-text-6">
            <a:extLst xmlns:a="http://schemas.openxmlformats.org/drawingml/2006/main">
              <a:ext uri="{FF2B5EF4-FFF2-40B4-BE49-F238E27FC236}">
                <a16:creationId xmlns:a16="http://schemas.microsoft.com/office/drawing/2014/main" id="{68DE48C2-91F6-4C71-AF6A-5BA43F7F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" name="s23-rect-7">
            <a:extLst xmlns:a="http://schemas.openxmlformats.org/drawingml/2006/main">
              <a:ext uri="{FF2B5EF4-FFF2-40B4-BE49-F238E27FC236}">
                <a16:creationId xmlns:a16="http://schemas.microsoft.com/office/drawing/2014/main" id="{ED08020A-7065-4677-8F1B-31565D7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79248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</a:ln>
        </p:spPr>
      </p:sp>
      <p:sp>
        <p:nvSpPr>
          <p:cNvPr id="9" name="s23-text-8">
            <a:extLst xmlns:a="http://schemas.openxmlformats.org/drawingml/2006/main">
              <a:ext uri="{FF2B5EF4-FFF2-40B4-BE49-F238E27FC236}">
                <a16:creationId xmlns:a16="http://schemas.microsoft.com/office/drawing/2014/main" id="{C1433352-5B9C-42F7-BDF2-16A713E3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4290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1624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s23-text-9">
            <a:extLst xmlns:a="http://schemas.openxmlformats.org/drawingml/2006/main">
              <a:ext uri="{FF2B5EF4-FFF2-40B4-BE49-F238E27FC236}">
                <a16:creationId xmlns:a16="http://schemas.microsoft.com/office/drawing/2014/main" id="{05291C59-0873-4259-8F93-DA843838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24100"/>
            <a:ext cx="67056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16249"/>
                </a:solidFill>
                <a:latin typeface="Arial"/>
                <a:ea typeface="Arial"/>
                <a:cs typeface="Arial"/>
              </a:rPr>
              <a:t>Tu idea se ha guardado.</a:t>
            </a:r>
          </a:p>
        </p:txBody>
      </p:sp>
      <p:sp>
        <p:nvSpPr>
          <p:cNvPr id="11" name="s23-rect-10">
            <a:extLst xmlns:a="http://schemas.openxmlformats.org/drawingml/2006/main">
              <a:ext uri="{FF2B5EF4-FFF2-40B4-BE49-F238E27FC236}">
                <a16:creationId xmlns:a16="http://schemas.microsoft.com/office/drawing/2014/main" id="{E32DC0C7-A4FD-4ED6-8412-8E1534EC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9248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noFill/>
          </a:ln>
        </p:spPr>
      </p:sp>
      <p:sp>
        <p:nvSpPr>
          <p:cNvPr id="12" name="s23-text-11">
            <a:extLst xmlns:a="http://schemas.openxmlformats.org/drawingml/2006/main">
              <a:ext uri="{FF2B5EF4-FFF2-40B4-BE49-F238E27FC236}">
                <a16:creationId xmlns:a16="http://schemas.microsoft.com/office/drawing/2014/main" id="{FF41EB20-3EC9-498E-A648-DBF5BB2B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34290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1510C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3" name="s23-text-12">
            <a:extLst xmlns:a="http://schemas.openxmlformats.org/drawingml/2006/main">
              <a:ext uri="{FF2B5EF4-FFF2-40B4-BE49-F238E27FC236}">
                <a16:creationId xmlns:a16="http://schemas.microsoft.com/office/drawing/2014/main" id="{B0D4CDD1-68BD-4361-B1A2-A25C85B0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76575"/>
            <a:ext cx="67056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81510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1510C"/>
                </a:solidFill>
                <a:latin typeface="Arial"/>
                <a:ea typeface="Arial"/>
                <a:cs typeface="Arial"/>
              </a:rPr>
              <a:t>Revisa los datos antes de continuar.</a:t>
            </a:r>
          </a:p>
        </p:txBody>
      </p:sp>
      <p:sp>
        <p:nvSpPr>
          <p:cNvPr id="14" name="s23-rect-13">
            <a:extLst xmlns:a="http://schemas.openxmlformats.org/drawingml/2006/main">
              <a:ext uri="{FF2B5EF4-FFF2-40B4-BE49-F238E27FC236}">
                <a16:creationId xmlns:a16="http://schemas.microsoft.com/office/drawing/2014/main" id="{6D203326-B3D4-43C9-ADB8-E7D0B77E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79248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BECEA"/>
          </a:solidFill>
          <a:ln xmlns:a="http://schemas.openxmlformats.org/drawingml/2006/main" w="0">
            <a:noFill/>
          </a:ln>
        </p:spPr>
      </p:sp>
      <p:sp>
        <p:nvSpPr>
          <p:cNvPr id="15" name="s23-text-14">
            <a:extLst xmlns:a="http://schemas.openxmlformats.org/drawingml/2006/main">
              <a:ext uri="{FF2B5EF4-FFF2-40B4-BE49-F238E27FC236}">
                <a16:creationId xmlns:a16="http://schemas.microsoft.com/office/drawing/2014/main" id="{C39363D3-EDF6-46E5-9B1C-BF4DB8D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4290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6" name="s23-text-15">
            <a:extLst xmlns:a="http://schemas.openxmlformats.org/drawingml/2006/main">
              <a:ext uri="{FF2B5EF4-FFF2-40B4-BE49-F238E27FC236}">
                <a16:creationId xmlns:a16="http://schemas.microsoft.com/office/drawing/2014/main" id="{6D43605C-EC2E-4ED7-91CF-96FD9FA3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29050"/>
            <a:ext cx="67056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No hemos podido enviar el formulario.</a:t>
            </a:r>
          </a:p>
        </p:txBody>
      </p:sp>
      <p:sp>
        <p:nvSpPr>
          <p:cNvPr id="17" name="s23-rect-16">
            <a:extLst xmlns:a="http://schemas.openxmlformats.org/drawingml/2006/main">
              <a:ext uri="{FF2B5EF4-FFF2-40B4-BE49-F238E27FC236}">
                <a16:creationId xmlns:a16="http://schemas.microsoft.com/office/drawing/2014/main" id="{64165C57-7A36-4AC2-9CCD-3A7BB806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9248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8" name="s23-text-17">
            <a:extLst xmlns:a="http://schemas.openxmlformats.org/drawingml/2006/main">
              <a:ext uri="{FF2B5EF4-FFF2-40B4-BE49-F238E27FC236}">
                <a16:creationId xmlns:a16="http://schemas.microsoft.com/office/drawing/2014/main" id="{5B592D5B-5F95-4048-BEFE-4D3497B2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34290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9" name="s23-text-18">
            <a:extLst xmlns:a="http://schemas.openxmlformats.org/drawingml/2006/main">
              <a:ext uri="{FF2B5EF4-FFF2-40B4-BE49-F238E27FC236}">
                <a16:creationId xmlns:a16="http://schemas.microsoft.com/office/drawing/2014/main" id="{D8232B73-C339-4849-BEF5-580C7FB5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81525"/>
            <a:ext cx="67056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Puedes añadir un mensaje personal.</a:t>
            </a:r>
          </a:p>
        </p:txBody>
      </p:sp>
      <p:sp>
        <p:nvSpPr>
          <p:cNvPr id="20" name="s23-rect-19">
            <a:extLst xmlns:a="http://schemas.openxmlformats.org/drawingml/2006/main">
              <a:ext uri="{FF2B5EF4-FFF2-40B4-BE49-F238E27FC236}">
                <a16:creationId xmlns:a16="http://schemas.microsoft.com/office/drawing/2014/main" id="{BE593674-4857-469D-AB9B-F649D4DC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1" name="s23-text-20">
            <a:extLst xmlns:a="http://schemas.openxmlformats.org/drawingml/2006/main">
              <a:ext uri="{FF2B5EF4-FFF2-40B4-BE49-F238E27FC236}">
                <a16:creationId xmlns:a16="http://schemas.microsoft.com/office/drawing/2014/main" id="{2D012B2F-8FDC-4582-8434-E23771B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2" name="s23-text-21">
            <a:extLst xmlns:a="http://schemas.openxmlformats.org/drawingml/2006/main">
              <a:ext uri="{FF2B5EF4-FFF2-40B4-BE49-F238E27FC236}">
                <a16:creationId xmlns:a16="http://schemas.microsoft.com/office/drawing/2014/main" id="{CFAF0190-CC48-42AA-990C-C299CFA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Inline</a:t>
            </a:r>
          </a:p>
        </p:txBody>
      </p:sp>
      <p:sp>
        <p:nvSpPr>
          <p:cNvPr id="23" name="s23-text-22">
            <a:extLst xmlns:a="http://schemas.openxmlformats.org/drawingml/2006/main">
              <a:ext uri="{FF2B5EF4-FFF2-40B4-BE49-F238E27FC236}">
                <a16:creationId xmlns:a16="http://schemas.microsoft.com/office/drawing/2014/main" id="{3CAA226C-B8AE-4DD3-AF3B-5E810726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Errores junto al campo y resúmenes para acciones que afectan a un grupo.</a:t>
            </a:r>
          </a:p>
        </p:txBody>
      </p:sp>
      <p:sp>
        <p:nvSpPr>
          <p:cNvPr id="24" name="s23-text-23">
            <a:extLst xmlns:a="http://schemas.openxmlformats.org/drawingml/2006/main">
              <a:ext uri="{FF2B5EF4-FFF2-40B4-BE49-F238E27FC236}">
                <a16:creationId xmlns:a16="http://schemas.microsoft.com/office/drawing/2014/main" id="{DC6FBA84-8A52-4909-AADA-DEB62EF7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Toast</a:t>
            </a:r>
          </a:p>
        </p:txBody>
      </p:sp>
      <p:sp>
        <p:nvSpPr>
          <p:cNvPr id="25" name="s23-text-24">
            <a:extLst xmlns:a="http://schemas.openxmlformats.org/drawingml/2006/main">
              <a:ext uri="{FF2B5EF4-FFF2-40B4-BE49-F238E27FC236}">
                <a16:creationId xmlns:a16="http://schemas.microsoft.com/office/drawing/2014/main" id="{7A6D658A-B87A-4412-A901-F874DB3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Confirmaciones breves no esenciales. Evitar que sean la única prueba de éxito.</a:t>
            </a:r>
          </a:p>
        </p:txBody>
      </p:sp>
      <p:sp>
        <p:nvSpPr>
          <p:cNvPr id="26" name="s23-text-25">
            <a:extLst xmlns:a="http://schemas.openxmlformats.org/drawingml/2006/main">
              <a:ext uri="{FF2B5EF4-FFF2-40B4-BE49-F238E27FC236}">
                <a16:creationId xmlns:a16="http://schemas.microsoft.com/office/drawing/2014/main" id="{098E9DA0-4822-4F8E-8A9F-78F757AC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Persistencia</a:t>
            </a:r>
          </a:p>
        </p:txBody>
      </p:sp>
      <p:sp>
        <p:nvSpPr>
          <p:cNvPr id="27" name="s23-text-26">
            <a:extLst xmlns:a="http://schemas.openxmlformats.org/drawingml/2006/main">
              <a:ext uri="{FF2B5EF4-FFF2-40B4-BE49-F238E27FC236}">
                <a16:creationId xmlns:a16="http://schemas.microsoft.com/office/drawing/2014/main" id="{C74C7732-3ABA-4FD7-9F0A-530AFD73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errores que requieren acción permanecen hasta resolverse o cerrarse.</a:t>
            </a:r>
          </a:p>
        </p:txBody>
      </p:sp>
      <p:sp>
        <p:nvSpPr>
          <p:cNvPr id="28" name="s23-rect-27">
            <a:extLst xmlns:a="http://schemas.openxmlformats.org/drawingml/2006/main">
              <a:ext uri="{FF2B5EF4-FFF2-40B4-BE49-F238E27FC236}">
                <a16:creationId xmlns:a16="http://schemas.microsoft.com/office/drawing/2014/main" id="{4014F538-9A00-4149-B3DF-51629470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9" name="s23-text-28">
            <a:extLst xmlns:a="http://schemas.openxmlformats.org/drawingml/2006/main">
              <a:ext uri="{FF2B5EF4-FFF2-40B4-BE49-F238E27FC236}">
                <a16:creationId xmlns:a16="http://schemas.microsoft.com/office/drawing/2014/main" id="{A3905FF1-3C4B-4CE8-8EF1-950BEE96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Alert, InlineMessage, Toast y StatusBanner usan la misma semántica y anuncian el cambio sin robar el foco.</a:t>
            </a:r>
          </a:p>
        </p:txBody>
      </p:sp>
    </p:spTree>
    <p:extLst>
      <p:ext uri="{BB962C8B-B14F-4D97-AF65-F5344CB8AC3E}">
        <p14:creationId xmlns:p14="http://schemas.microsoft.com/office/powerpoint/2010/main" val="1019635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24-rect-0">
            <a:extLst xmlns:a="http://schemas.openxmlformats.org/drawingml/2006/main">
              <a:ext uri="{FF2B5EF4-FFF2-40B4-BE49-F238E27FC236}">
                <a16:creationId xmlns:a16="http://schemas.microsoft.com/office/drawing/2014/main" id="{F4BEA088-FAA9-4BE6-BC8E-9F8A9CF4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4-text-1">
            <a:extLst xmlns:a="http://schemas.openxmlformats.org/drawingml/2006/main">
              <a:ext uri="{FF2B5EF4-FFF2-40B4-BE49-F238E27FC236}">
                <a16:creationId xmlns:a16="http://schemas.microsoft.com/office/drawing/2014/main" id="{10E0885E-B5E2-4636-A108-D021FEF6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4-text-2">
            <a:extLst xmlns:a="http://schemas.openxmlformats.org/drawingml/2006/main">
              <a:ext uri="{FF2B5EF4-FFF2-40B4-BE49-F238E27FC236}">
                <a16:creationId xmlns:a16="http://schemas.microsoft.com/office/drawing/2014/main" id="{CB8E644A-8F6E-459C-B1AB-5EFD274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24-rect-3">
            <a:extLst xmlns:a="http://schemas.openxmlformats.org/drawingml/2006/main">
              <a:ext uri="{FF2B5EF4-FFF2-40B4-BE49-F238E27FC236}">
                <a16:creationId xmlns:a16="http://schemas.microsoft.com/office/drawing/2014/main" id="{191DA168-DBD4-439D-8008-52397300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4-text-4">
            <a:extLst xmlns:a="http://schemas.openxmlformats.org/drawingml/2006/main">
              <a:ext uri="{FF2B5EF4-FFF2-40B4-BE49-F238E27FC236}">
                <a16:creationId xmlns:a16="http://schemas.microsoft.com/office/drawing/2014/main" id="{517D1737-D3A2-4A32-9359-7C72095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Ventanas y paneles laterales</a:t>
            </a:r>
          </a:p>
        </p:txBody>
      </p:sp>
      <p:sp>
        <p:nvSpPr>
          <p:cNvPr id="6" name="s24-text-5">
            <a:extLst xmlns:a="http://schemas.openxmlformats.org/drawingml/2006/main">
              <a:ext uri="{FF2B5EF4-FFF2-40B4-BE49-F238E27FC236}">
                <a16:creationId xmlns:a16="http://schemas.microsoft.com/office/drawing/2014/main" id="{F6ED8405-F915-4583-BDA4-9493FE1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capa superior concentra la tarea y permite volver al punto de partida</a:t>
            </a:r>
          </a:p>
        </p:txBody>
      </p:sp>
      <p:sp>
        <p:nvSpPr>
          <p:cNvPr id="7" name="s24-text-6">
            <a:extLst xmlns:a="http://schemas.openxmlformats.org/drawingml/2006/main">
              <a:ext uri="{FF2B5EF4-FFF2-40B4-BE49-F238E27FC236}">
                <a16:creationId xmlns:a16="http://schemas.microsoft.com/office/drawing/2014/main" id="{3264BE88-C37A-4F4E-84CC-89784F8D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s24-rect-7">
            <a:extLst xmlns:a="http://schemas.openxmlformats.org/drawingml/2006/main">
              <a:ext uri="{FF2B5EF4-FFF2-40B4-BE49-F238E27FC236}">
                <a16:creationId xmlns:a16="http://schemas.microsoft.com/office/drawing/2014/main" id="{670A5B22-8EFE-4ED8-8CEE-CE9D0668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543425" cy="3276600"/>
          </a:xfrm>
          <a:prstGeom xmlns:a="http://schemas.openxmlformats.org/drawingml/2006/main" prst="roundRect">
            <a:avLst>
              <a:gd name="adj" fmla="val 1453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9" name="s24-rect-8">
            <a:extLst xmlns:a="http://schemas.openxmlformats.org/drawingml/2006/main">
              <a:ext uri="{FF2B5EF4-FFF2-40B4-BE49-F238E27FC236}">
                <a16:creationId xmlns:a16="http://schemas.microsoft.com/office/drawing/2014/main" id="{7A84C560-DBA9-4B70-B030-8998260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3971925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0" name="s24-text-9">
            <a:extLst xmlns:a="http://schemas.openxmlformats.org/drawingml/2006/main">
              <a:ext uri="{FF2B5EF4-FFF2-40B4-BE49-F238E27FC236}">
                <a16:creationId xmlns:a16="http://schemas.microsoft.com/office/drawing/2014/main" id="{77DFDC90-A209-403A-B3C6-348D5A76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¿Quitar este favorito?</a:t>
            </a:r>
          </a:p>
        </p:txBody>
      </p:sp>
      <p:sp>
        <p:nvSpPr>
          <p:cNvPr id="11" name="s24-text-10">
            <a:extLst xmlns:a="http://schemas.openxmlformats.org/drawingml/2006/main">
              <a:ext uri="{FF2B5EF4-FFF2-40B4-BE49-F238E27FC236}">
                <a16:creationId xmlns:a16="http://schemas.microsoft.com/office/drawing/2014/main" id="{F995B809-0FA6-4E0A-8FE3-9017BAE6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Puedes volver a guardarlo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cuando quieras.</a:t>
            </a:r>
          </a:p>
        </p:txBody>
      </p:sp>
      <p:sp>
        <p:nvSpPr>
          <p:cNvPr id="12" name="s24-rect-11">
            <a:extLst xmlns:a="http://schemas.openxmlformats.org/drawingml/2006/main">
              <a:ext uri="{FF2B5EF4-FFF2-40B4-BE49-F238E27FC236}">
                <a16:creationId xmlns:a16="http://schemas.microsoft.com/office/drawing/2014/main" id="{FCCD9C32-BD37-494B-966A-834D132A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153352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3" name="s24-text-12">
            <a:extLst xmlns:a="http://schemas.openxmlformats.org/drawingml/2006/main">
              <a:ext uri="{FF2B5EF4-FFF2-40B4-BE49-F238E27FC236}">
                <a16:creationId xmlns:a16="http://schemas.microsoft.com/office/drawing/2014/main" id="{5308F307-08B3-4037-A0B0-3E7E7DFF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1304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Conservar</a:t>
            </a:r>
          </a:p>
        </p:txBody>
      </p:sp>
      <p:sp>
        <p:nvSpPr>
          <p:cNvPr id="14" name="s24-rect-13">
            <a:extLst xmlns:a="http://schemas.openxmlformats.org/drawingml/2006/main">
              <a:ext uri="{FF2B5EF4-FFF2-40B4-BE49-F238E27FC236}">
                <a16:creationId xmlns:a16="http://schemas.microsoft.com/office/drawing/2014/main" id="{508F8A8A-0890-4F04-857F-E6AF84B5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86250"/>
            <a:ext cx="172402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33836"/>
          </a:solidFill>
          <a:ln xmlns:a="http://schemas.openxmlformats.org/drawingml/2006/main" w="0">
            <a:noFill/>
          </a:ln>
        </p:spPr>
      </p:sp>
      <p:sp>
        <p:nvSpPr>
          <p:cNvPr id="15" name="s24-text-14">
            <a:extLst xmlns:a="http://schemas.openxmlformats.org/drawingml/2006/main">
              <a:ext uri="{FF2B5EF4-FFF2-40B4-BE49-F238E27FC236}">
                <a16:creationId xmlns:a16="http://schemas.microsoft.com/office/drawing/2014/main" id="{9464F5A7-179D-4B87-9EE2-6FCB5642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005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Quitar</a:t>
            </a:r>
          </a:p>
        </p:txBody>
      </p:sp>
      <p:sp>
        <p:nvSpPr>
          <p:cNvPr id="16" name="s24-rect-15">
            <a:extLst xmlns:a="http://schemas.openxmlformats.org/drawingml/2006/main">
              <a:ext uri="{FF2B5EF4-FFF2-40B4-BE49-F238E27FC236}">
                <a16:creationId xmlns:a16="http://schemas.microsoft.com/office/drawing/2014/main" id="{EB6D3E0A-858B-45DB-963A-AB95A339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3028950" cy="3276600"/>
          </a:xfrm>
          <a:prstGeom xmlns:a="http://schemas.openxmlformats.org/drawingml/2006/main" prst="roundRect">
            <a:avLst>
              <a:gd name="adj" fmla="val 1572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7" name="s24-rect-16">
            <a:extLst xmlns:a="http://schemas.openxmlformats.org/drawingml/2006/main">
              <a:ext uri="{FF2B5EF4-FFF2-40B4-BE49-F238E27FC236}">
                <a16:creationId xmlns:a16="http://schemas.microsoft.com/office/drawing/2014/main" id="{4C4BA1C8-D541-4B2B-9051-6E19C64F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343150" cy="327660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8" name="s24-text-17">
            <a:extLst xmlns:a="http://schemas.openxmlformats.org/drawingml/2006/main">
              <a:ext uri="{FF2B5EF4-FFF2-40B4-BE49-F238E27FC236}">
                <a16:creationId xmlns:a16="http://schemas.microsoft.com/office/drawing/2014/main" id="{6E0BFCE2-A4D6-406E-95F8-2598ABB3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19050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Tu selección</a:t>
            </a:r>
          </a:p>
        </p:txBody>
      </p:sp>
      <p:sp>
        <p:nvSpPr>
          <p:cNvPr id="19" name="s24-text-18">
            <a:extLst xmlns:a="http://schemas.openxmlformats.org/drawingml/2006/main">
              <a:ext uri="{FF2B5EF4-FFF2-40B4-BE49-F238E27FC236}">
                <a16:creationId xmlns:a16="http://schemas.microsoft.com/office/drawing/2014/main" id="{52A81C90-B106-400E-9F1A-2E766EA3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14575"/>
            <a:ext cx="2381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0" name="s24-rect-19">
            <a:extLst xmlns:a="http://schemas.openxmlformats.org/drawingml/2006/main">
              <a:ext uri="{FF2B5EF4-FFF2-40B4-BE49-F238E27FC236}">
                <a16:creationId xmlns:a16="http://schemas.microsoft.com/office/drawing/2014/main" id="{51EFFDD6-6565-4AD5-9810-4A52924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1" name="s24-text-20">
            <a:extLst xmlns:a="http://schemas.openxmlformats.org/drawingml/2006/main">
              <a:ext uri="{FF2B5EF4-FFF2-40B4-BE49-F238E27FC236}">
                <a16:creationId xmlns:a16="http://schemas.microsoft.com/office/drawing/2014/main" id="{A85D69A4-98CA-4BA8-B461-92C204CB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19335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filtros y el carrito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pueden usar un panel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con el contexto detrás.</a:t>
            </a:r>
          </a:p>
        </p:txBody>
      </p:sp>
      <p:sp>
        <p:nvSpPr>
          <p:cNvPr id="22" name="s24-rect-21">
            <a:extLst xmlns:a="http://schemas.openxmlformats.org/drawingml/2006/main">
              <a:ext uri="{FF2B5EF4-FFF2-40B4-BE49-F238E27FC236}">
                <a16:creationId xmlns:a16="http://schemas.microsoft.com/office/drawing/2014/main" id="{6487D9C7-293A-4079-9541-D5A5C22D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1962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3" name="s24-text-22">
            <a:extLst xmlns:a="http://schemas.openxmlformats.org/drawingml/2006/main">
              <a:ext uri="{FF2B5EF4-FFF2-40B4-BE49-F238E27FC236}">
                <a16:creationId xmlns:a16="http://schemas.microsoft.com/office/drawing/2014/main" id="{DE5F2451-58FE-4F28-9BD6-41AA11B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Aplicar</a:t>
            </a:r>
          </a:p>
        </p:txBody>
      </p:sp>
      <p:sp>
        <p:nvSpPr>
          <p:cNvPr id="24" name="s24-rect-23">
            <a:extLst xmlns:a="http://schemas.openxmlformats.org/drawingml/2006/main">
              <a:ext uri="{FF2B5EF4-FFF2-40B4-BE49-F238E27FC236}">
                <a16:creationId xmlns:a16="http://schemas.microsoft.com/office/drawing/2014/main" id="{B846D7E5-4736-48B2-A8C4-7C135721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5" name="s24-text-24">
            <a:extLst xmlns:a="http://schemas.openxmlformats.org/drawingml/2006/main">
              <a:ext uri="{FF2B5EF4-FFF2-40B4-BE49-F238E27FC236}">
                <a16:creationId xmlns:a16="http://schemas.microsoft.com/office/drawing/2014/main" id="{1A59DE3D-361A-4BED-81FD-D3FADB4A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6" name="s24-text-25">
            <a:extLst xmlns:a="http://schemas.openxmlformats.org/drawingml/2006/main">
              <a:ext uri="{FF2B5EF4-FFF2-40B4-BE49-F238E27FC236}">
                <a16:creationId xmlns:a16="http://schemas.microsoft.com/office/drawing/2014/main" id="{8E4B11E5-82CC-4B86-AD83-BF0E7F33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Modal</a:t>
            </a:r>
          </a:p>
        </p:txBody>
      </p:sp>
      <p:sp>
        <p:nvSpPr>
          <p:cNvPr id="27" name="s24-text-26">
            <a:extLst xmlns:a="http://schemas.openxmlformats.org/drawingml/2006/main">
              <a:ext uri="{FF2B5EF4-FFF2-40B4-BE49-F238E27FC236}">
                <a16:creationId xmlns:a16="http://schemas.microsoft.com/office/drawing/2014/main" id="{B4C7B0AC-59D9-40C1-89F0-E4349AE5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Nombre accesible, foco inicial, ciclo de tabulación y retorno al activador.</a:t>
            </a:r>
          </a:p>
        </p:txBody>
      </p:sp>
      <p:sp>
        <p:nvSpPr>
          <p:cNvPr id="28" name="s24-text-27">
            <a:extLst xmlns:a="http://schemas.openxmlformats.org/drawingml/2006/main">
              <a:ext uri="{FF2B5EF4-FFF2-40B4-BE49-F238E27FC236}">
                <a16:creationId xmlns:a16="http://schemas.microsoft.com/office/drawing/2014/main" id="{98D62D92-636C-449B-A58E-3270E18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Drawer</a:t>
            </a:r>
          </a:p>
        </p:txBody>
      </p:sp>
      <p:sp>
        <p:nvSpPr>
          <p:cNvPr id="29" name="s24-text-28">
            <a:extLst xmlns:a="http://schemas.openxmlformats.org/drawingml/2006/main">
              <a:ext uri="{FF2B5EF4-FFF2-40B4-BE49-F238E27FC236}">
                <a16:creationId xmlns:a16="http://schemas.microsoft.com/office/drawing/2014/main" id="{A315C35F-093D-48A1-9A54-869D8FE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Panel para tareas auxiliares. Cierre visible y adaptación a pantalla pequeña.</a:t>
            </a:r>
          </a:p>
        </p:txBody>
      </p:sp>
      <p:sp>
        <p:nvSpPr>
          <p:cNvPr id="30" name="s24-text-29">
            <a:extLst xmlns:a="http://schemas.openxmlformats.org/drawingml/2006/main">
              <a:ext uri="{FF2B5EF4-FFF2-40B4-BE49-F238E27FC236}">
                <a16:creationId xmlns:a16="http://schemas.microsoft.com/office/drawing/2014/main" id="{9DDB4582-F0E9-4003-9751-B1D0EFC4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Confirmación</a:t>
            </a:r>
          </a:p>
        </p:txBody>
      </p:sp>
      <p:sp>
        <p:nvSpPr>
          <p:cNvPr id="31" name="s24-text-30">
            <a:extLst xmlns:a="http://schemas.openxmlformats.org/drawingml/2006/main">
              <a:ext uri="{FF2B5EF4-FFF2-40B4-BE49-F238E27FC236}">
                <a16:creationId xmlns:a16="http://schemas.microsoft.com/office/drawing/2014/main" id="{1EA09784-594B-4516-B557-598D367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Describir la consecuencia. Distinguir cancelar de la acción destructiva.</a:t>
            </a:r>
          </a:p>
        </p:txBody>
      </p:sp>
      <p:sp>
        <p:nvSpPr>
          <p:cNvPr id="32" name="s24-rect-31">
            <a:extLst xmlns:a="http://schemas.openxmlformats.org/drawingml/2006/main">
              <a:ext uri="{FF2B5EF4-FFF2-40B4-BE49-F238E27FC236}">
                <a16:creationId xmlns:a16="http://schemas.microsoft.com/office/drawing/2014/main" id="{4DBB66AB-1403-4CD2-8FCB-5169B162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3" name="s24-text-32">
            <a:extLst xmlns:a="http://schemas.openxmlformats.org/drawingml/2006/main">
              <a:ext uri="{FF2B5EF4-FFF2-40B4-BE49-F238E27FC236}">
                <a16:creationId xmlns:a16="http://schemas.microsoft.com/office/drawing/2014/main" id="{427FD866-1A78-4619-8E4D-A49D2642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Escape cierra las capas descartables. Las acciones críticas no dependen de tocar fuera de la ventana.</a:t>
            </a:r>
          </a:p>
        </p:txBody>
      </p:sp>
    </p:spTree>
    <p:extLst>
      <p:ext uri="{BB962C8B-B14F-4D97-AF65-F5344CB8AC3E}">
        <p14:creationId xmlns:p14="http://schemas.microsoft.com/office/powerpoint/2010/main" val="14003951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25-rect-0">
            <a:extLst xmlns:a="http://schemas.openxmlformats.org/drawingml/2006/main">
              <a:ext uri="{FF2B5EF4-FFF2-40B4-BE49-F238E27FC236}">
                <a16:creationId xmlns:a16="http://schemas.microsoft.com/office/drawing/2014/main" id="{CCDBA67B-4FA3-4910-BF10-8D6310DE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5-text-1">
            <a:extLst xmlns:a="http://schemas.openxmlformats.org/drawingml/2006/main">
              <a:ext uri="{FF2B5EF4-FFF2-40B4-BE49-F238E27FC236}">
                <a16:creationId xmlns:a16="http://schemas.microsoft.com/office/drawing/2014/main" id="{96020071-D2B0-4107-A06C-F111038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5-text-2">
            <a:extLst xmlns:a="http://schemas.openxmlformats.org/drawingml/2006/main">
              <a:ext uri="{FF2B5EF4-FFF2-40B4-BE49-F238E27FC236}">
                <a16:creationId xmlns:a16="http://schemas.microsoft.com/office/drawing/2014/main" id="{496E50B8-D9AE-461A-B8B1-20210EA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4" name="s25-rect-3">
            <a:extLst xmlns:a="http://schemas.openxmlformats.org/drawingml/2006/main">
              <a:ext uri="{FF2B5EF4-FFF2-40B4-BE49-F238E27FC236}">
                <a16:creationId xmlns:a16="http://schemas.microsoft.com/office/drawing/2014/main" id="{75F6C592-7BC5-48C6-9025-ED52BE73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5-text-4">
            <a:extLst xmlns:a="http://schemas.openxmlformats.org/drawingml/2006/main">
              <a:ext uri="{FF2B5EF4-FFF2-40B4-BE49-F238E27FC236}">
                <a16:creationId xmlns:a16="http://schemas.microsoft.com/office/drawing/2014/main" id="{82CC893C-E214-4434-9E84-E1A87ECD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Carga, vacío y error</a:t>
            </a:r>
          </a:p>
        </p:txBody>
      </p:sp>
      <p:sp>
        <p:nvSpPr>
          <p:cNvPr id="6" name="s25-text-5">
            <a:extLst xmlns:a="http://schemas.openxmlformats.org/drawingml/2006/main">
              <a:ext uri="{FF2B5EF4-FFF2-40B4-BE49-F238E27FC236}">
                <a16:creationId xmlns:a16="http://schemas.microsoft.com/office/drawing/2014/main" id="{A5930016-93D9-4F0C-A47F-A354094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estados excepcionales también forman parte del diseño del componente</a:t>
            </a:r>
          </a:p>
        </p:txBody>
      </p:sp>
      <p:sp>
        <p:nvSpPr>
          <p:cNvPr id="7" name="s25-text-6">
            <a:extLst xmlns:a="http://schemas.openxmlformats.org/drawingml/2006/main">
              <a:ext uri="{FF2B5EF4-FFF2-40B4-BE49-F238E27FC236}">
                <a16:creationId xmlns:a16="http://schemas.microsoft.com/office/drawing/2014/main" id="{246F81DA-532B-4A0F-9DD7-2852174F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s25-rect-7">
            <a:extLst xmlns:a="http://schemas.openxmlformats.org/drawingml/2006/main">
              <a:ext uri="{FF2B5EF4-FFF2-40B4-BE49-F238E27FC236}">
                <a16:creationId xmlns:a16="http://schemas.microsoft.com/office/drawing/2014/main" id="{CDC56DDF-D074-4036-995D-E8B854D7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81250" cy="33337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9" name="s25-text-8">
            <a:extLst xmlns:a="http://schemas.openxmlformats.org/drawingml/2006/main">
              <a:ext uri="{FF2B5EF4-FFF2-40B4-BE49-F238E27FC236}">
                <a16:creationId xmlns:a16="http://schemas.microsoft.com/office/drawing/2014/main" id="{ED7939F7-E66C-4207-91F9-204D9396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03835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Cargando</a:t>
            </a:r>
          </a:p>
        </p:txBody>
      </p:sp>
      <p:sp>
        <p:nvSpPr>
          <p:cNvPr id="10" name="s25-rect-9">
            <a:extLst xmlns:a="http://schemas.openxmlformats.org/drawingml/2006/main">
              <a:ext uri="{FF2B5EF4-FFF2-40B4-BE49-F238E27FC236}">
                <a16:creationId xmlns:a16="http://schemas.microsoft.com/office/drawing/2014/main" id="{6814A620-278D-4E02-9EF5-37DB649F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2381250" cy="33337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1" name="s25-text-10">
            <a:extLst xmlns:a="http://schemas.openxmlformats.org/drawingml/2006/main">
              <a:ext uri="{FF2B5EF4-FFF2-40B4-BE49-F238E27FC236}">
                <a16:creationId xmlns:a16="http://schemas.microsoft.com/office/drawing/2014/main" id="{58786F25-3517-4846-95D9-8DC12C97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33625"/>
            <a:ext cx="203835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Sin elementos</a:t>
            </a:r>
          </a:p>
        </p:txBody>
      </p:sp>
      <p:sp>
        <p:nvSpPr>
          <p:cNvPr id="12" name="s25-rect-11">
            <a:extLst xmlns:a="http://schemas.openxmlformats.org/drawingml/2006/main">
              <a:ext uri="{FF2B5EF4-FFF2-40B4-BE49-F238E27FC236}">
                <a16:creationId xmlns:a16="http://schemas.microsoft.com/office/drawing/2014/main" id="{85ED71DE-115F-44CB-904E-2ACB5AC6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2381250" cy="33337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3" name="s25-text-12">
            <a:extLst xmlns:a="http://schemas.openxmlformats.org/drawingml/2006/main">
              <a:ext uri="{FF2B5EF4-FFF2-40B4-BE49-F238E27FC236}">
                <a16:creationId xmlns:a16="http://schemas.microsoft.com/office/drawing/2014/main" id="{B99DC963-841E-4FD6-83E2-E040BAB1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203835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No disponible</a:t>
            </a:r>
          </a:p>
        </p:txBody>
      </p:sp>
      <p:sp>
        <p:nvSpPr>
          <p:cNvPr id="14" name="s25-rect-13">
            <a:extLst xmlns:a="http://schemas.openxmlformats.org/drawingml/2006/main">
              <a:ext uri="{FF2B5EF4-FFF2-40B4-BE49-F238E27FC236}">
                <a16:creationId xmlns:a16="http://schemas.microsoft.com/office/drawing/2014/main" id="{79B3299D-B097-4852-AA1C-A7C1096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383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5" name="s25-rect-14">
            <a:extLst xmlns:a="http://schemas.openxmlformats.org/drawingml/2006/main">
              <a:ext uri="{FF2B5EF4-FFF2-40B4-BE49-F238E27FC236}">
                <a16:creationId xmlns:a16="http://schemas.microsoft.com/office/drawing/2014/main" id="{C8F6BDD3-8F0D-43D8-A0BB-4AAABF64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524000" cy="12382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6" name="s25-rect-15">
            <a:extLst xmlns:a="http://schemas.openxmlformats.org/drawingml/2006/main">
              <a:ext uri="{FF2B5EF4-FFF2-40B4-BE49-F238E27FC236}">
                <a16:creationId xmlns:a16="http://schemas.microsoft.com/office/drawing/2014/main" id="{EAD0FF4D-8259-4785-8F6E-61017849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905000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7" name="s25-text-16">
            <a:extLst xmlns:a="http://schemas.openxmlformats.org/drawingml/2006/main">
              <a:ext uri="{FF2B5EF4-FFF2-40B4-BE49-F238E27FC236}">
                <a16:creationId xmlns:a16="http://schemas.microsoft.com/office/drawing/2014/main" id="{2241289B-54A9-4E7B-97C4-3F2951F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20383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Cargando contenido…</a:t>
            </a:r>
          </a:p>
        </p:txBody>
      </p:sp>
      <p:sp>
        <p:nvSpPr>
          <p:cNvPr id="18" name="s25-text-17">
            <a:extLst xmlns:a="http://schemas.openxmlformats.org/drawingml/2006/main">
              <a:ext uri="{FF2B5EF4-FFF2-40B4-BE49-F238E27FC236}">
                <a16:creationId xmlns:a16="http://schemas.microsoft.com/office/drawing/2014/main" id="{D77C1E9E-1074-4C30-87ED-04B3D95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98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2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9" name="s25-text-18">
            <a:extLst xmlns:a="http://schemas.openxmlformats.org/drawingml/2006/main">
              <a:ext uri="{FF2B5EF4-FFF2-40B4-BE49-F238E27FC236}">
                <a16:creationId xmlns:a16="http://schemas.microsoft.com/office/drawing/2014/main" id="{219FD72C-00C9-410F-9BD0-D7DB0D74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Aún no hay favoritos</a:t>
            </a:r>
          </a:p>
        </p:txBody>
      </p:sp>
      <p:sp>
        <p:nvSpPr>
          <p:cNvPr id="20" name="s25-text-19">
            <a:extLst xmlns:a="http://schemas.openxmlformats.org/drawingml/2006/main">
              <a:ext uri="{FF2B5EF4-FFF2-40B4-BE49-F238E27FC236}">
                <a16:creationId xmlns:a16="http://schemas.microsoft.com/office/drawing/2014/main" id="{DC9641BD-6DAE-461E-BB74-3B46564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672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Guarda una idea para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encontrarla aquí.</a:t>
            </a:r>
          </a:p>
        </p:txBody>
      </p:sp>
      <p:sp>
        <p:nvSpPr>
          <p:cNvPr id="21" name="s25-rect-20">
            <a:extLst xmlns:a="http://schemas.openxmlformats.org/drawingml/2006/main">
              <a:ext uri="{FF2B5EF4-FFF2-40B4-BE49-F238E27FC236}">
                <a16:creationId xmlns:a16="http://schemas.microsoft.com/office/drawing/2014/main" id="{02A28AC5-59C5-457F-97B2-73B8927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962525"/>
            <a:ext cx="16954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2" name="s25-text-21">
            <a:extLst xmlns:a="http://schemas.openxmlformats.org/drawingml/2006/main">
              <a:ext uri="{FF2B5EF4-FFF2-40B4-BE49-F238E27FC236}">
                <a16:creationId xmlns:a16="http://schemas.microsoft.com/office/drawing/2014/main" id="{9C713CBF-F827-4568-A7F9-4841A42B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07682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Explorar</a:t>
            </a:r>
          </a:p>
        </p:txBody>
      </p:sp>
      <p:sp>
        <p:nvSpPr>
          <p:cNvPr id="23" name="s25-text-22">
            <a:extLst xmlns:a="http://schemas.openxmlformats.org/drawingml/2006/main">
              <a:ext uri="{FF2B5EF4-FFF2-40B4-BE49-F238E27FC236}">
                <a16:creationId xmlns:a16="http://schemas.microsoft.com/office/drawing/2014/main" id="{20EE3C27-0607-4700-8C2D-46A11BC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47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defPPr>
            <a:lvl1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1pPr>
            <a:lvl2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2pPr>
            <a:lvl3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3pPr>
            <a:lvl4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4pPr>
            <a:lvl5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5pPr>
            <a:lvl6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6pPr>
            <a:lvl7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7pPr>
            <a:lvl8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8pPr>
            <a:lvl9pPr algn="ctr"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3000" b="0" i="0">
                <a:solidFill>
                  <a:srgbClr val="B3383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B33836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4" name="s25-text-23">
            <a:extLst xmlns:a="http://schemas.openxmlformats.org/drawingml/2006/main">
              <a:ext uri="{FF2B5EF4-FFF2-40B4-BE49-F238E27FC236}">
                <a16:creationId xmlns:a16="http://schemas.microsoft.com/office/drawing/2014/main" id="{2E18DD5D-D06F-42F7-9328-4B35FAA3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29025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5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No se pudo cargar</a:t>
            </a:r>
          </a:p>
        </p:txBody>
      </p:sp>
      <p:sp>
        <p:nvSpPr>
          <p:cNvPr id="25" name="s25-text-24">
            <a:extLst xmlns:a="http://schemas.openxmlformats.org/drawingml/2006/main">
              <a:ext uri="{FF2B5EF4-FFF2-40B4-BE49-F238E27FC236}">
                <a16:creationId xmlns:a16="http://schemas.microsoft.com/office/drawing/2014/main" id="{B0D05C75-3F35-4967-B3CE-5EDEE501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38625"/>
            <a:ext cx="201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Revisa la conexión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y vuelve a intentarlo.</a:t>
            </a:r>
          </a:p>
        </p:txBody>
      </p:sp>
      <p:sp>
        <p:nvSpPr>
          <p:cNvPr id="26" name="s25-rect-25">
            <a:extLst xmlns:a="http://schemas.openxmlformats.org/drawingml/2006/main">
              <a:ext uri="{FF2B5EF4-FFF2-40B4-BE49-F238E27FC236}">
                <a16:creationId xmlns:a16="http://schemas.microsoft.com/office/drawing/2014/main" id="{D0164A47-C347-4ECB-8F13-90E7EC6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62525"/>
            <a:ext cx="17049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27" name="s25-text-26">
            <a:extLst xmlns:a="http://schemas.openxmlformats.org/drawingml/2006/main">
              <a:ext uri="{FF2B5EF4-FFF2-40B4-BE49-F238E27FC236}">
                <a16:creationId xmlns:a16="http://schemas.microsoft.com/office/drawing/2014/main" id="{9083F514-8AE7-4700-ADE4-35CEFDA6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768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Reintentar</a:t>
            </a:r>
          </a:p>
        </p:txBody>
      </p:sp>
      <p:sp>
        <p:nvSpPr>
          <p:cNvPr id="28" name="s25-rect-27">
            <a:extLst xmlns:a="http://schemas.openxmlformats.org/drawingml/2006/main">
              <a:ext uri="{FF2B5EF4-FFF2-40B4-BE49-F238E27FC236}">
                <a16:creationId xmlns:a16="http://schemas.microsoft.com/office/drawing/2014/main" id="{5B739364-45C6-4D6F-BA0D-C154EF2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9" name="s25-text-28">
            <a:extLst xmlns:a="http://schemas.openxmlformats.org/drawingml/2006/main">
              <a:ext uri="{FF2B5EF4-FFF2-40B4-BE49-F238E27FC236}">
                <a16:creationId xmlns:a16="http://schemas.microsoft.com/office/drawing/2014/main" id="{48CDB78E-1EEE-4AC7-9BE7-1613D24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30" name="s25-text-29">
            <a:extLst xmlns:a="http://schemas.openxmlformats.org/drawingml/2006/main">
              <a:ext uri="{FF2B5EF4-FFF2-40B4-BE49-F238E27FC236}">
                <a16:creationId xmlns:a16="http://schemas.microsoft.com/office/drawing/2014/main" id="{FF1E9B40-6B6A-4638-9C77-95274586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Carga</a:t>
            </a:r>
          </a:p>
        </p:txBody>
      </p:sp>
      <p:sp>
        <p:nvSpPr>
          <p:cNvPr id="31" name="s25-text-30">
            <a:extLst xmlns:a="http://schemas.openxmlformats.org/drawingml/2006/main">
              <a:ext uri="{FF2B5EF4-FFF2-40B4-BE49-F238E27FC236}">
                <a16:creationId xmlns:a16="http://schemas.microsoft.com/office/drawing/2014/main" id="{7CE9FEA3-B55F-4CF5-BC98-82DA21FE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Skeleton con la forma del contenido. No mover los elementos al terminar.</a:t>
            </a:r>
          </a:p>
        </p:txBody>
      </p:sp>
      <p:sp>
        <p:nvSpPr>
          <p:cNvPr id="32" name="s25-text-31">
            <a:extLst xmlns:a="http://schemas.openxmlformats.org/drawingml/2006/main">
              <a:ext uri="{FF2B5EF4-FFF2-40B4-BE49-F238E27FC236}">
                <a16:creationId xmlns:a16="http://schemas.microsoft.com/office/drawing/2014/main" id="{0AEF207F-BA93-4CEE-BB1E-06D95110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Vacío</a:t>
            </a:r>
          </a:p>
        </p:txBody>
      </p:sp>
      <p:sp>
        <p:nvSpPr>
          <p:cNvPr id="33" name="s25-text-32">
            <a:extLst xmlns:a="http://schemas.openxmlformats.org/drawingml/2006/main">
              <a:ext uri="{FF2B5EF4-FFF2-40B4-BE49-F238E27FC236}">
                <a16:creationId xmlns:a16="http://schemas.microsoft.com/office/drawing/2014/main" id="{7CF53860-27FB-4A8A-B48D-4BCC0405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Distinguir primera visita de una búsqueda sin coincidencias.</a:t>
            </a:r>
          </a:p>
        </p:txBody>
      </p:sp>
      <p:sp>
        <p:nvSpPr>
          <p:cNvPr id="34" name="s25-text-33">
            <a:extLst xmlns:a="http://schemas.openxmlformats.org/drawingml/2006/main">
              <a:ext uri="{FF2B5EF4-FFF2-40B4-BE49-F238E27FC236}">
                <a16:creationId xmlns:a16="http://schemas.microsoft.com/office/drawing/2014/main" id="{7494663C-5CB7-4C88-B627-5E890167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35" name="s25-text-34">
            <a:extLst xmlns:a="http://schemas.openxmlformats.org/drawingml/2006/main">
              <a:ext uri="{FF2B5EF4-FFF2-40B4-BE49-F238E27FC236}">
                <a16:creationId xmlns:a16="http://schemas.microsoft.com/office/drawing/2014/main" id="{38375167-95E8-48CE-AC10-CAC3376A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Ofrecer recuperación y conservar los datos disponibles. No culpar a la persona.</a:t>
            </a:r>
          </a:p>
        </p:txBody>
      </p:sp>
      <p:sp>
        <p:nvSpPr>
          <p:cNvPr id="36" name="s25-rect-35">
            <a:extLst xmlns:a="http://schemas.openxmlformats.org/drawingml/2006/main">
              <a:ext uri="{FF2B5EF4-FFF2-40B4-BE49-F238E27FC236}">
                <a16:creationId xmlns:a16="http://schemas.microsoft.com/office/drawing/2014/main" id="{BB764515-64C7-4415-9767-D20C240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7" name="s25-text-36">
            <a:extLst xmlns:a="http://schemas.openxmlformats.org/drawingml/2006/main">
              <a:ext uri="{FF2B5EF4-FFF2-40B4-BE49-F238E27FC236}">
                <a16:creationId xmlns:a16="http://schemas.microsoft.com/office/drawing/2014/main" id="{94730126-1160-4C7E-9EBC-67D56C0F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Skeleton, Spinner, Progress, EmptyState y ErrorState necesitan texto y un comportamiento de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6472289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26-rect-0">
            <a:extLst xmlns:a="http://schemas.openxmlformats.org/drawingml/2006/main">
              <a:ext uri="{FF2B5EF4-FFF2-40B4-BE49-F238E27FC236}">
                <a16:creationId xmlns:a16="http://schemas.microsoft.com/office/drawing/2014/main" id="{C7339876-F909-4E63-AFDE-C1FFEAE5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6-text-1">
            <a:extLst xmlns:a="http://schemas.openxmlformats.org/drawingml/2006/main">
              <a:ext uri="{FF2B5EF4-FFF2-40B4-BE49-F238E27FC236}">
                <a16:creationId xmlns:a16="http://schemas.microsoft.com/office/drawing/2014/main" id="{320FD6A7-5F4E-4A1B-A63B-F0709F5C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6-text-2">
            <a:extLst xmlns:a="http://schemas.openxmlformats.org/drawingml/2006/main">
              <a:ext uri="{FF2B5EF4-FFF2-40B4-BE49-F238E27FC236}">
                <a16:creationId xmlns:a16="http://schemas.microsoft.com/office/drawing/2014/main" id="{5F898E3E-C330-45C4-94CB-A5358906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COMERCIO PROPUESTO</a:t>
            </a:r>
          </a:p>
        </p:txBody>
      </p:sp>
      <p:sp>
        <p:nvSpPr>
          <p:cNvPr id="4" name="s26-rect-3">
            <a:extLst xmlns:a="http://schemas.openxmlformats.org/drawingml/2006/main">
              <a:ext uri="{FF2B5EF4-FFF2-40B4-BE49-F238E27FC236}">
                <a16:creationId xmlns:a16="http://schemas.microsoft.com/office/drawing/2014/main" id="{8DA281E8-9076-47B4-AA13-78BED304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6-text-4">
            <a:extLst xmlns:a="http://schemas.openxmlformats.org/drawingml/2006/main">
              <a:ext uri="{FF2B5EF4-FFF2-40B4-BE49-F238E27FC236}">
                <a16:creationId xmlns:a16="http://schemas.microsoft.com/office/drawing/2014/main" id="{3F6504F5-A797-498B-AA38-2096FBE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Controles de producto</a:t>
            </a:r>
          </a:p>
        </p:txBody>
      </p:sp>
      <p:sp>
        <p:nvSpPr>
          <p:cNvPr id="6" name="s26-text-5">
            <a:extLst xmlns:a="http://schemas.openxmlformats.org/drawingml/2006/main">
              <a:ext uri="{FF2B5EF4-FFF2-40B4-BE49-F238E27FC236}">
                <a16:creationId xmlns:a16="http://schemas.microsoft.com/office/drawing/2014/main" id="{E31D959C-1C82-4249-965E-4B8CDAE5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Opciones, cantidad, disponibilidad y precio forman un grupo coherente</a:t>
            </a:r>
          </a:p>
        </p:txBody>
      </p:sp>
      <p:sp>
        <p:nvSpPr>
          <p:cNvPr id="7" name="s26-text-6">
            <a:extLst xmlns:a="http://schemas.openxmlformats.org/drawingml/2006/main">
              <a:ext uri="{FF2B5EF4-FFF2-40B4-BE49-F238E27FC236}">
                <a16:creationId xmlns:a16="http://schemas.microsoft.com/office/drawing/2014/main" id="{2C69C49D-B640-4081-BADC-E3CE3A2E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F1F6F-7ED3-4D4E-8360-5547B752DE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8a166dc124aa6"/>
          <a:stretch xmlns:a="http://schemas.openxmlformats.org/drawingml/2006/main"/>
        </p:blipFill>
        <p:spPr>
          <a:xfrm xmlns:a="http://schemas.openxmlformats.org/drawingml/2006/main">
            <a:off x="609600" y="2143125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9" name="s26-text-8">
            <a:extLst xmlns:a="http://schemas.openxmlformats.org/drawingml/2006/main">
              <a:ext uri="{FF2B5EF4-FFF2-40B4-BE49-F238E27FC236}">
                <a16:creationId xmlns:a16="http://schemas.microsoft.com/office/drawing/2014/main" id="{AF3C71DF-3A39-4E97-82DA-C63F5F44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81225"/>
            <a:ext cx="430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Taza con corazón</a:t>
            </a:r>
          </a:p>
        </p:txBody>
      </p:sp>
      <p:sp>
        <p:nvSpPr>
          <p:cNvPr id="10" name="s26-text-9">
            <a:extLst xmlns:a="http://schemas.openxmlformats.org/drawingml/2006/main">
              <a:ext uri="{FF2B5EF4-FFF2-40B4-BE49-F238E27FC236}">
                <a16:creationId xmlns:a16="http://schemas.microsoft.com/office/drawing/2014/main" id="{EBB61FD6-8D2A-4ABB-8FF5-7C641ABF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62250"/>
            <a:ext cx="28575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24,00 €</a:t>
            </a:r>
          </a:p>
        </p:txBody>
      </p:sp>
      <p:sp>
        <p:nvSpPr>
          <p:cNvPr id="11" name="s26-rect-10">
            <a:extLst xmlns:a="http://schemas.openxmlformats.org/drawingml/2006/main">
              <a:ext uri="{FF2B5EF4-FFF2-40B4-BE49-F238E27FC236}">
                <a16:creationId xmlns:a16="http://schemas.microsoft.com/office/drawing/2014/main" id="{2EA7A887-3372-4E32-92AF-4461B92D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14192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</a:ln>
        </p:spPr>
      </p:sp>
      <p:sp>
        <p:nvSpPr>
          <p:cNvPr id="12" name="s26-text-11">
            <a:extLst xmlns:a="http://schemas.openxmlformats.org/drawingml/2006/main">
              <a:ext uri="{FF2B5EF4-FFF2-40B4-BE49-F238E27FC236}">
                <a16:creationId xmlns:a16="http://schemas.microsoft.com/office/drawing/2014/main" id="{AF419D0A-FF3C-4229-8373-D9A134F2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1266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900" b="0" i="0">
                <a:solidFill>
                  <a:srgbClr val="21624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16249"/>
                </a:solidFill>
                <a:latin typeface="Arial"/>
                <a:ea typeface="Arial"/>
                <a:cs typeface="Arial"/>
              </a:rPr>
              <a:t>Disponible</a:t>
            </a:r>
          </a:p>
        </p:txBody>
      </p:sp>
      <p:sp>
        <p:nvSpPr>
          <p:cNvPr id="13" name="s26-text-12">
            <a:extLst xmlns:a="http://schemas.openxmlformats.org/drawingml/2006/main">
              <a:ext uri="{FF2B5EF4-FFF2-40B4-BE49-F238E27FC236}">
                <a16:creationId xmlns:a16="http://schemas.microsoft.com/office/drawing/2014/main" id="{9D2F1451-D40F-400E-92FA-29BB4DD0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81425"/>
            <a:ext cx="4191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COLOR</a:t>
            </a:r>
          </a:p>
        </p:txBody>
      </p:sp>
      <p:sp>
        <p:nvSpPr>
          <p:cNvPr id="14" name="s26-ellipse-13">
            <a:extLst xmlns:a="http://schemas.openxmlformats.org/drawingml/2006/main">
              <a:ext uri="{FF2B5EF4-FFF2-40B4-BE49-F238E27FC236}">
                <a16:creationId xmlns:a16="http://schemas.microsoft.com/office/drawing/2014/main" id="{E43019B7-B9FD-46CF-A3EB-2C3C0AD2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9575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B8B"/>
            </a:solidFill>
          </a:ln>
        </p:spPr>
      </p:sp>
      <p:sp>
        <p:nvSpPr>
          <p:cNvPr id="15" name="s26-ellipse-14">
            <a:extLst xmlns:a="http://schemas.openxmlformats.org/drawingml/2006/main">
              <a:ext uri="{FF2B5EF4-FFF2-40B4-BE49-F238E27FC236}">
                <a16:creationId xmlns:a16="http://schemas.microsoft.com/office/drawing/2014/main" id="{9A73C731-73AD-485F-9E71-4FCEA65D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52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6" name="s26-ellipse-15">
            <a:extLst xmlns:a="http://schemas.openxmlformats.org/drawingml/2006/main">
              <a:ext uri="{FF2B5EF4-FFF2-40B4-BE49-F238E27FC236}">
                <a16:creationId xmlns:a16="http://schemas.microsoft.com/office/drawing/2014/main" id="{EF778C6B-0604-40AC-8CDE-D331AC68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52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FCD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7" name="s26-ellipse-16">
            <a:extLst xmlns:a="http://schemas.openxmlformats.org/drawingml/2006/main">
              <a:ext uri="{FF2B5EF4-FFF2-40B4-BE49-F238E27FC236}">
                <a16:creationId xmlns:a16="http://schemas.microsoft.com/office/drawing/2014/main" id="{0D51BA0D-A409-4F7F-8341-8922AF60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152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8DF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8" name="s26-text-17">
            <a:extLst xmlns:a="http://schemas.openxmlformats.org/drawingml/2006/main">
              <a:ext uri="{FF2B5EF4-FFF2-40B4-BE49-F238E27FC236}">
                <a16:creationId xmlns:a16="http://schemas.microsoft.com/office/drawing/2014/main" id="{AF0C5D1A-CD45-428E-A9E3-1E6D52D7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95825"/>
            <a:ext cx="2381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CANTIDAD</a:t>
            </a:r>
          </a:p>
        </p:txBody>
      </p:sp>
      <p:sp>
        <p:nvSpPr>
          <p:cNvPr id="19" name="s26-rect-18">
            <a:extLst xmlns:a="http://schemas.openxmlformats.org/drawingml/2006/main">
              <a:ext uri="{FF2B5EF4-FFF2-40B4-BE49-F238E27FC236}">
                <a16:creationId xmlns:a16="http://schemas.microsoft.com/office/drawing/2014/main" id="{B6D9B690-3ACF-4AAA-BF0B-D06EF0D5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91100"/>
            <a:ext cx="14478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0" name="s26-text-19">
            <a:extLst xmlns:a="http://schemas.openxmlformats.org/drawingml/2006/main">
              <a:ext uri="{FF2B5EF4-FFF2-40B4-BE49-F238E27FC236}">
                <a16:creationId xmlns:a16="http://schemas.microsoft.com/office/drawing/2014/main" id="{6C3D7717-461E-4227-8705-2B0222C3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05400"/>
            <a:ext cx="1143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−      1      +</a:t>
            </a:r>
          </a:p>
        </p:txBody>
      </p:sp>
      <p:sp>
        <p:nvSpPr>
          <p:cNvPr id="21" name="s26-rect-20">
            <a:extLst xmlns:a="http://schemas.openxmlformats.org/drawingml/2006/main">
              <a:ext uri="{FF2B5EF4-FFF2-40B4-BE49-F238E27FC236}">
                <a16:creationId xmlns:a16="http://schemas.microsoft.com/office/drawing/2014/main" id="{60AA155A-F9B4-45FA-84ED-40C3D300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91100"/>
            <a:ext cx="26098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2" name="s26-text-21">
            <a:extLst xmlns:a="http://schemas.openxmlformats.org/drawingml/2006/main">
              <a:ext uri="{FF2B5EF4-FFF2-40B4-BE49-F238E27FC236}">
                <a16:creationId xmlns:a16="http://schemas.microsoft.com/office/drawing/2014/main" id="{BB23BD6B-6631-4E23-A8A8-F0F91852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054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Añadir al carrito</a:t>
            </a:r>
          </a:p>
        </p:txBody>
      </p:sp>
      <p:sp>
        <p:nvSpPr>
          <p:cNvPr id="23" name="s26-rect-22">
            <a:extLst xmlns:a="http://schemas.openxmlformats.org/drawingml/2006/main">
              <a:ext uri="{FF2B5EF4-FFF2-40B4-BE49-F238E27FC236}">
                <a16:creationId xmlns:a16="http://schemas.microsoft.com/office/drawing/2014/main" id="{C4B7E475-9F5F-4F67-BB68-CADAAF1B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4" name="s26-text-23">
            <a:extLst xmlns:a="http://schemas.openxmlformats.org/drawingml/2006/main">
              <a:ext uri="{FF2B5EF4-FFF2-40B4-BE49-F238E27FC236}">
                <a16:creationId xmlns:a16="http://schemas.microsoft.com/office/drawing/2014/main" id="{56E8F21B-752B-4895-A8C2-3F360706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5" name="s26-text-24">
            <a:extLst xmlns:a="http://schemas.openxmlformats.org/drawingml/2006/main">
              <a:ext uri="{FF2B5EF4-FFF2-40B4-BE49-F238E27FC236}">
                <a16:creationId xmlns:a16="http://schemas.microsoft.com/office/drawing/2014/main" id="{2FC663BD-0EA3-465A-875E-5709D560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Opciones</a:t>
            </a:r>
          </a:p>
        </p:txBody>
      </p:sp>
      <p:sp>
        <p:nvSpPr>
          <p:cNvPr id="26" name="s26-text-25">
            <a:extLst xmlns:a="http://schemas.openxmlformats.org/drawingml/2006/main">
              <a:ext uri="{FF2B5EF4-FFF2-40B4-BE49-F238E27FC236}">
                <a16:creationId xmlns:a16="http://schemas.microsoft.com/office/drawing/2014/main" id="{55B20127-A6FB-4B09-BB11-BA105176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Color, talla o acabado con nombre accesible. Explicar incompatibilidades.</a:t>
            </a:r>
          </a:p>
        </p:txBody>
      </p:sp>
      <p:sp>
        <p:nvSpPr>
          <p:cNvPr id="27" name="s26-text-26">
            <a:extLst xmlns:a="http://schemas.openxmlformats.org/drawingml/2006/main">
              <a:ext uri="{FF2B5EF4-FFF2-40B4-BE49-F238E27FC236}">
                <a16:creationId xmlns:a16="http://schemas.microsoft.com/office/drawing/2014/main" id="{516CE413-D19A-453F-85AF-49DA871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Cantidad</a:t>
            </a:r>
          </a:p>
        </p:txBody>
      </p:sp>
      <p:sp>
        <p:nvSpPr>
          <p:cNvPr id="28" name="s26-text-27">
            <a:extLst xmlns:a="http://schemas.openxmlformats.org/drawingml/2006/main">
              <a:ext uri="{FF2B5EF4-FFF2-40B4-BE49-F238E27FC236}">
                <a16:creationId xmlns:a16="http://schemas.microsoft.com/office/drawing/2014/main" id="{A3A5D238-2515-4E3B-AD26-4920CC26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Límites, unidades y botones con nombre. No permitir cantidades inválidas.</a:t>
            </a:r>
          </a:p>
        </p:txBody>
      </p:sp>
      <p:sp>
        <p:nvSpPr>
          <p:cNvPr id="29" name="s26-text-28">
            <a:extLst xmlns:a="http://schemas.openxmlformats.org/drawingml/2006/main">
              <a:ext uri="{FF2B5EF4-FFF2-40B4-BE49-F238E27FC236}">
                <a16:creationId xmlns:a16="http://schemas.microsoft.com/office/drawing/2014/main" id="{19A54AB6-C218-4FC0-9669-C5084D5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30" name="s26-text-29">
            <a:extLst xmlns:a="http://schemas.openxmlformats.org/drawingml/2006/main">
              <a:ext uri="{FF2B5EF4-FFF2-40B4-BE49-F238E27FC236}">
                <a16:creationId xmlns:a16="http://schemas.microsoft.com/office/drawing/2014/main" id="{9CB3239E-672A-4A2E-ADCB-61366C5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precio y el stock reales procederán del catálogo. Estos valores son ficticios.</a:t>
            </a:r>
          </a:p>
        </p:txBody>
      </p:sp>
      <p:sp>
        <p:nvSpPr>
          <p:cNvPr id="31" name="s26-rect-30">
            <a:extLst xmlns:a="http://schemas.openxmlformats.org/drawingml/2006/main">
              <a:ext uri="{FF2B5EF4-FFF2-40B4-BE49-F238E27FC236}">
                <a16:creationId xmlns:a16="http://schemas.microsoft.com/office/drawing/2014/main" id="{F1AC78A2-58B0-4468-B827-BB161EE6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2" name="s26-text-31">
            <a:extLst xmlns:a="http://schemas.openxmlformats.org/drawingml/2006/main">
              <a:ext uri="{FF2B5EF4-FFF2-40B4-BE49-F238E27FC236}">
                <a16:creationId xmlns:a16="http://schemas.microsoft.com/office/drawing/2014/main" id="{4F00EE4E-CE63-4689-8B40-3538256A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VariantSelector, QuantityInput, Price y Availability preparan un grupo ProductActions reutilizable.</a:t>
            </a:r>
          </a:p>
        </p:txBody>
      </p:sp>
    </p:spTree>
    <p:extLst>
      <p:ext uri="{BB962C8B-B14F-4D97-AF65-F5344CB8AC3E}">
        <p14:creationId xmlns:p14="http://schemas.microsoft.com/office/powerpoint/2010/main" val="3596888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27-rect-0">
            <a:extLst xmlns:a="http://schemas.openxmlformats.org/drawingml/2006/main">
              <a:ext uri="{FF2B5EF4-FFF2-40B4-BE49-F238E27FC236}">
                <a16:creationId xmlns:a16="http://schemas.microsoft.com/office/drawing/2014/main" id="{190A7BE4-3CD6-4CC8-847A-0AD4E1A6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7-text-1">
            <a:extLst xmlns:a="http://schemas.openxmlformats.org/drawingml/2006/main">
              <a:ext uri="{FF2B5EF4-FFF2-40B4-BE49-F238E27FC236}">
                <a16:creationId xmlns:a16="http://schemas.microsoft.com/office/drawing/2014/main" id="{EF65C3D5-2A37-441D-AAEA-39712CEC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7-text-2">
            <a:extLst xmlns:a="http://schemas.openxmlformats.org/drawingml/2006/main">
              <a:ext uri="{FF2B5EF4-FFF2-40B4-BE49-F238E27FC236}">
                <a16:creationId xmlns:a16="http://schemas.microsoft.com/office/drawing/2014/main" id="{7E6134D8-E45A-4A32-9F24-A8376BE5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COMERCIO PROPUESTO</a:t>
            </a:r>
          </a:p>
        </p:txBody>
      </p:sp>
      <p:sp>
        <p:nvSpPr>
          <p:cNvPr id="4" name="s27-rect-3">
            <a:extLst xmlns:a="http://schemas.openxmlformats.org/drawingml/2006/main">
              <a:ext uri="{FF2B5EF4-FFF2-40B4-BE49-F238E27FC236}">
                <a16:creationId xmlns:a16="http://schemas.microsoft.com/office/drawing/2014/main" id="{F3B15115-74A1-49CA-B3F3-532D2D7A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7-text-4">
            <a:extLst xmlns:a="http://schemas.openxmlformats.org/drawingml/2006/main">
              <a:ext uri="{FF2B5EF4-FFF2-40B4-BE49-F238E27FC236}">
                <a16:creationId xmlns:a16="http://schemas.microsoft.com/office/drawing/2014/main" id="{59B66AAB-815F-4D05-B2CF-8FBEE5A3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Carrito y resumen de compra</a:t>
            </a:r>
          </a:p>
        </p:txBody>
      </p:sp>
      <p:sp>
        <p:nvSpPr>
          <p:cNvPr id="6" name="s27-text-5">
            <a:extLst xmlns:a="http://schemas.openxmlformats.org/drawingml/2006/main">
              <a:ext uri="{FF2B5EF4-FFF2-40B4-BE49-F238E27FC236}">
                <a16:creationId xmlns:a16="http://schemas.microsoft.com/office/drawing/2014/main" id="{217D4649-5C52-4A15-9056-AB21F4AB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Una misma estructura permite revisar artículos y entender el total</a:t>
            </a:r>
          </a:p>
        </p:txBody>
      </p:sp>
      <p:sp>
        <p:nvSpPr>
          <p:cNvPr id="7" name="s27-text-6">
            <a:extLst xmlns:a="http://schemas.openxmlformats.org/drawingml/2006/main">
              <a:ext uri="{FF2B5EF4-FFF2-40B4-BE49-F238E27FC236}">
                <a16:creationId xmlns:a16="http://schemas.microsoft.com/office/drawing/2014/main" id="{6E2E63F5-52B1-43A9-B590-3F8C8AA2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" name="s27-rect-7">
            <a:extLst xmlns:a="http://schemas.openxmlformats.org/drawingml/2006/main">
              <a:ext uri="{FF2B5EF4-FFF2-40B4-BE49-F238E27FC236}">
                <a16:creationId xmlns:a16="http://schemas.microsoft.com/office/drawing/2014/main" id="{4794E5D0-8FB0-4BCB-8FAE-09B1225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762500" cy="33718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47EDC-20A2-4972-9786-9B8B7C7D2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fd3510434431c"/>
          <a:stretch xmlns:a="http://schemas.openxmlformats.org/drawingml/2006/main"/>
        </p:blipFill>
        <p:spPr>
          <a:xfrm xmlns:a="http://schemas.openxmlformats.org/drawingml/2006/main">
            <a:off x="781050" y="2371725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0" name="s27-text-9">
            <a:extLst xmlns:a="http://schemas.openxmlformats.org/drawingml/2006/main">
              <a:ext uri="{FF2B5EF4-FFF2-40B4-BE49-F238E27FC236}">
                <a16:creationId xmlns:a16="http://schemas.microsoft.com/office/drawing/2014/main" id="{F3180349-6411-480C-8921-15CF97B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400300"/>
            <a:ext cx="302895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Taza con corazón</a:t>
            </a:r>
          </a:p>
        </p:txBody>
      </p:sp>
      <p:sp>
        <p:nvSpPr>
          <p:cNvPr id="11" name="s27-text-10">
            <a:extLst xmlns:a="http://schemas.openxmlformats.org/drawingml/2006/main">
              <a:ext uri="{FF2B5EF4-FFF2-40B4-BE49-F238E27FC236}">
                <a16:creationId xmlns:a16="http://schemas.microsoft.com/office/drawing/2014/main" id="{4E5D2BAA-B1DA-45B6-9610-316895F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00350"/>
            <a:ext cx="26670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Crema</a:t>
            </a:r>
          </a:p>
        </p:txBody>
      </p:sp>
      <p:sp>
        <p:nvSpPr>
          <p:cNvPr id="12" name="s27-text-11">
            <a:extLst xmlns:a="http://schemas.openxmlformats.org/drawingml/2006/main">
              <a:ext uri="{FF2B5EF4-FFF2-40B4-BE49-F238E27FC236}">
                <a16:creationId xmlns:a16="http://schemas.microsoft.com/office/drawing/2014/main" id="{320F807E-A8D7-4A43-907C-BF8B5692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71825"/>
            <a:ext cx="2667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24,00 €</a:t>
            </a:r>
          </a:p>
        </p:txBody>
      </p:sp>
      <p:sp>
        <p:nvSpPr>
          <p:cNvPr id="13" name="s27-rect-12">
            <a:extLst xmlns:a="http://schemas.openxmlformats.org/drawingml/2006/main">
              <a:ext uri="{FF2B5EF4-FFF2-40B4-BE49-F238E27FC236}">
                <a16:creationId xmlns:a16="http://schemas.microsoft.com/office/drawing/2014/main" id="{974A8C26-C71F-4218-8C1F-9E750AC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3430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4" name="s27-text-13">
            <a:extLst xmlns:a="http://schemas.openxmlformats.org/drawingml/2006/main">
              <a:ext uri="{FF2B5EF4-FFF2-40B4-BE49-F238E27FC236}">
                <a16:creationId xmlns:a16="http://schemas.microsoft.com/office/drawing/2014/main" id="{847DB38E-AE9D-477C-87C9-6E7E7AD0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10858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−     1     +</a:t>
            </a:r>
          </a:p>
        </p:txBody>
      </p:sp>
      <p:sp>
        <p:nvSpPr>
          <p:cNvPr id="15" name="s27-text-14">
            <a:extLst xmlns:a="http://schemas.openxmlformats.org/drawingml/2006/main">
              <a:ext uri="{FF2B5EF4-FFF2-40B4-BE49-F238E27FC236}">
                <a16:creationId xmlns:a16="http://schemas.microsoft.com/office/drawing/2014/main" id="{9E840E26-9590-4AEE-9D81-3E6D0437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120967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125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Quitar</a:t>
            </a:r>
          </a:p>
        </p:txBody>
      </p:sp>
      <p:sp>
        <p:nvSpPr>
          <p:cNvPr id="16" name="s27-rect-15">
            <a:extLst xmlns:a="http://schemas.openxmlformats.org/drawingml/2006/main">
              <a:ext uri="{FF2B5EF4-FFF2-40B4-BE49-F238E27FC236}">
                <a16:creationId xmlns:a16="http://schemas.microsoft.com/office/drawing/2014/main" id="{9A949CFD-B3AB-4B29-8EEC-7DCDB4DD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17" name="s27-text-16">
            <a:extLst xmlns:a="http://schemas.openxmlformats.org/drawingml/2006/main">
              <a:ext uri="{FF2B5EF4-FFF2-40B4-BE49-F238E27FC236}">
                <a16:creationId xmlns:a16="http://schemas.microsoft.com/office/drawing/2014/main" id="{21173FE3-7719-41A0-AA13-27393C2B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257675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cambios actualizan el resumen.</a:t>
            </a:r>
          </a:p>
        </p:txBody>
      </p:sp>
      <p:sp>
        <p:nvSpPr>
          <p:cNvPr id="18" name="s27-rect-17">
            <a:extLst xmlns:a="http://schemas.openxmlformats.org/drawingml/2006/main">
              <a:ext uri="{FF2B5EF4-FFF2-40B4-BE49-F238E27FC236}">
                <a16:creationId xmlns:a16="http://schemas.microsoft.com/office/drawing/2014/main" id="{64A20E97-4F67-4725-8F39-9395BF6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24075"/>
            <a:ext cx="2809875" cy="337185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9" name="s27-text-18">
            <a:extLst xmlns:a="http://schemas.openxmlformats.org/drawingml/2006/main">
              <a:ext uri="{FF2B5EF4-FFF2-40B4-BE49-F238E27FC236}">
                <a16:creationId xmlns:a16="http://schemas.microsoft.com/office/drawing/2014/main" id="{E9FAA1AE-CF7B-450F-9266-365CC8F4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52675"/>
            <a:ext cx="23812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Resumen</a:t>
            </a:r>
          </a:p>
        </p:txBody>
      </p:sp>
      <p:sp>
        <p:nvSpPr>
          <p:cNvPr id="20" name="s27-text-19">
            <a:extLst xmlns:a="http://schemas.openxmlformats.org/drawingml/2006/main">
              <a:ext uri="{FF2B5EF4-FFF2-40B4-BE49-F238E27FC236}">
                <a16:creationId xmlns:a16="http://schemas.microsoft.com/office/drawing/2014/main" id="{9E212012-BC17-4AD4-955F-21B55AC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0375"/>
            <a:ext cx="1524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Subtotal</a:t>
            </a:r>
          </a:p>
        </p:txBody>
      </p:sp>
      <p:sp>
        <p:nvSpPr>
          <p:cNvPr id="21" name="s27-text-20">
            <a:extLst xmlns:a="http://schemas.openxmlformats.org/drawingml/2006/main">
              <a:ext uri="{FF2B5EF4-FFF2-40B4-BE49-F238E27FC236}">
                <a16:creationId xmlns:a16="http://schemas.microsoft.com/office/drawing/2014/main" id="{9C54561B-985B-4E57-922F-1FB4FEDD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0375"/>
            <a:ext cx="9239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24,00 €</a:t>
            </a:r>
          </a:p>
        </p:txBody>
      </p:sp>
      <p:sp>
        <p:nvSpPr>
          <p:cNvPr id="22" name="s27-text-21">
            <a:extLst xmlns:a="http://schemas.openxmlformats.org/drawingml/2006/main">
              <a:ext uri="{FF2B5EF4-FFF2-40B4-BE49-F238E27FC236}">
                <a16:creationId xmlns:a16="http://schemas.microsoft.com/office/drawing/2014/main" id="{D2581646-328E-462B-9F37-88ADF7C9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19475"/>
            <a:ext cx="1524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Envío</a:t>
            </a:r>
          </a:p>
        </p:txBody>
      </p:sp>
      <p:sp>
        <p:nvSpPr>
          <p:cNvPr id="23" name="s27-text-22">
            <a:extLst xmlns:a="http://schemas.openxmlformats.org/drawingml/2006/main">
              <a:ext uri="{FF2B5EF4-FFF2-40B4-BE49-F238E27FC236}">
                <a16:creationId xmlns:a16="http://schemas.microsoft.com/office/drawing/2014/main" id="{698092FF-C1FB-41BB-A575-29DCAB41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19475"/>
            <a:ext cx="1000125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Por calcular</a:t>
            </a:r>
          </a:p>
        </p:txBody>
      </p:sp>
      <p:sp>
        <p:nvSpPr>
          <p:cNvPr id="24" name="s27-rect-23">
            <a:extLst xmlns:a="http://schemas.openxmlformats.org/drawingml/2006/main">
              <a:ext uri="{FF2B5EF4-FFF2-40B4-BE49-F238E27FC236}">
                <a16:creationId xmlns:a16="http://schemas.microsoft.com/office/drawing/2014/main" id="{5C522E80-8CF4-40E2-AA5F-9E2DD792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5" name="s27-text-24">
            <a:extLst xmlns:a="http://schemas.openxmlformats.org/drawingml/2006/main">
              <a:ext uri="{FF2B5EF4-FFF2-40B4-BE49-F238E27FC236}">
                <a16:creationId xmlns:a16="http://schemas.microsoft.com/office/drawing/2014/main" id="{72D8F787-0EDC-4F70-98AE-8CEA5353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095750"/>
            <a:ext cx="1524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Total parcial</a:t>
            </a:r>
          </a:p>
        </p:txBody>
      </p:sp>
      <p:sp>
        <p:nvSpPr>
          <p:cNvPr id="26" name="s27-text-25">
            <a:extLst xmlns:a="http://schemas.openxmlformats.org/drawingml/2006/main">
              <a:ext uri="{FF2B5EF4-FFF2-40B4-BE49-F238E27FC236}">
                <a16:creationId xmlns:a16="http://schemas.microsoft.com/office/drawing/2014/main" id="{B412AD87-C586-4060-893D-C674009D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95750"/>
            <a:ext cx="9239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75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24,00 €</a:t>
            </a:r>
          </a:p>
        </p:txBody>
      </p:sp>
      <p:sp>
        <p:nvSpPr>
          <p:cNvPr id="27" name="s27-rect-26">
            <a:extLst xmlns:a="http://schemas.openxmlformats.org/drawingml/2006/main">
              <a:ext uri="{FF2B5EF4-FFF2-40B4-BE49-F238E27FC236}">
                <a16:creationId xmlns:a16="http://schemas.microsoft.com/office/drawing/2014/main" id="{C37654C4-3466-447B-9E55-01F36356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38700"/>
            <a:ext cx="240982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8" name="s27-text-27">
            <a:extLst xmlns:a="http://schemas.openxmlformats.org/drawingml/2006/main">
              <a:ext uri="{FF2B5EF4-FFF2-40B4-BE49-F238E27FC236}">
                <a16:creationId xmlns:a16="http://schemas.microsoft.com/office/drawing/2014/main" id="{2B2653ED-1547-4D40-AB6A-F880420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  <p:sp>
        <p:nvSpPr>
          <p:cNvPr id="29" name="s27-rect-28">
            <a:extLst xmlns:a="http://schemas.openxmlformats.org/drawingml/2006/main">
              <a:ext uri="{FF2B5EF4-FFF2-40B4-BE49-F238E27FC236}">
                <a16:creationId xmlns:a16="http://schemas.microsoft.com/office/drawing/2014/main" id="{9EB6AA24-372C-4C39-A022-749E1899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30" name="s27-text-29">
            <a:extLst xmlns:a="http://schemas.openxmlformats.org/drawingml/2006/main">
              <a:ext uri="{FF2B5EF4-FFF2-40B4-BE49-F238E27FC236}">
                <a16:creationId xmlns:a16="http://schemas.microsoft.com/office/drawing/2014/main" id="{11223820-BA60-47C3-B116-EB888B2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31" name="s27-text-30">
            <a:extLst xmlns:a="http://schemas.openxmlformats.org/drawingml/2006/main">
              <a:ext uri="{FF2B5EF4-FFF2-40B4-BE49-F238E27FC236}">
                <a16:creationId xmlns:a16="http://schemas.microsoft.com/office/drawing/2014/main" id="{C058EF55-836B-4926-870D-011A242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Carrito</a:t>
            </a:r>
          </a:p>
        </p:txBody>
      </p:sp>
      <p:sp>
        <p:nvSpPr>
          <p:cNvPr id="32" name="s27-text-31">
            <a:extLst xmlns:a="http://schemas.openxmlformats.org/drawingml/2006/main">
              <a:ext uri="{FF2B5EF4-FFF2-40B4-BE49-F238E27FC236}">
                <a16:creationId xmlns:a16="http://schemas.microsoft.com/office/drawing/2014/main" id="{E60C850D-ADD4-4645-AC47-B91B9878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Editar, quitar y recuperar acciones cuando sea posible. Estado vacío con salida clara.</a:t>
            </a:r>
          </a:p>
        </p:txBody>
      </p:sp>
      <p:sp>
        <p:nvSpPr>
          <p:cNvPr id="33" name="s27-text-32">
            <a:extLst xmlns:a="http://schemas.openxmlformats.org/drawingml/2006/main">
              <a:ext uri="{FF2B5EF4-FFF2-40B4-BE49-F238E27FC236}">
                <a16:creationId xmlns:a16="http://schemas.microsoft.com/office/drawing/2014/main" id="{1068D362-005D-4224-9A19-923CAE9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Costes</a:t>
            </a:r>
          </a:p>
        </p:txBody>
      </p:sp>
      <p:sp>
        <p:nvSpPr>
          <p:cNvPr id="34" name="s27-text-33">
            <a:extLst xmlns:a="http://schemas.openxmlformats.org/drawingml/2006/main">
              <a:ext uri="{FF2B5EF4-FFF2-40B4-BE49-F238E27FC236}">
                <a16:creationId xmlns:a16="http://schemas.microsoft.com/office/drawing/2014/main" id="{7AB8BAA5-0777-488F-ABD7-D98AC433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Mostrar moneda, impuestos y conceptos pendientes antes de confirmar.</a:t>
            </a:r>
          </a:p>
        </p:txBody>
      </p:sp>
      <p:sp>
        <p:nvSpPr>
          <p:cNvPr id="35" name="s27-text-34">
            <a:extLst xmlns:a="http://schemas.openxmlformats.org/drawingml/2006/main">
              <a:ext uri="{FF2B5EF4-FFF2-40B4-BE49-F238E27FC236}">
                <a16:creationId xmlns:a16="http://schemas.microsoft.com/office/drawing/2014/main" id="{16FC1955-C0D8-4B76-BDB9-C0F46473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Compra</a:t>
            </a:r>
          </a:p>
        </p:txBody>
      </p:sp>
      <p:sp>
        <p:nvSpPr>
          <p:cNvPr id="36" name="s27-text-35">
            <a:extLst xmlns:a="http://schemas.openxmlformats.org/drawingml/2006/main">
              <a:ext uri="{FF2B5EF4-FFF2-40B4-BE49-F238E27FC236}">
                <a16:creationId xmlns:a16="http://schemas.microsoft.com/office/drawing/2014/main" id="{2880F07D-B3F1-4B99-8B93-0A3821F5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Validación, procesamiento y resultado. No confirmar hasta recibir respuesta del servidor.</a:t>
            </a:r>
          </a:p>
        </p:txBody>
      </p:sp>
      <p:sp>
        <p:nvSpPr>
          <p:cNvPr id="37" name="s27-rect-36">
            <a:extLst xmlns:a="http://schemas.openxmlformats.org/drawingml/2006/main">
              <a:ext uri="{FF2B5EF4-FFF2-40B4-BE49-F238E27FC236}">
                <a16:creationId xmlns:a16="http://schemas.microsoft.com/office/drawing/2014/main" id="{7B03C5B2-AABE-4ACF-A81B-95B23F7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8" name="s27-text-37">
            <a:extLst xmlns:a="http://schemas.openxmlformats.org/drawingml/2006/main">
              <a:ext uri="{FF2B5EF4-FFF2-40B4-BE49-F238E27FC236}">
                <a16:creationId xmlns:a16="http://schemas.microsoft.com/office/drawing/2014/main" id="{2978786F-1999-4EAC-B5C4-E42B8050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importes son ejemplos de interfaz. Checkout y pagos requieren catálogo, backend y condiciones comerciales reales.</a:t>
            </a:r>
          </a:p>
        </p:txBody>
      </p:sp>
    </p:spTree>
    <p:extLst>
      <p:ext uri="{BB962C8B-B14F-4D97-AF65-F5344CB8AC3E}">
        <p14:creationId xmlns:p14="http://schemas.microsoft.com/office/powerpoint/2010/main" val="14133029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28-rect-0">
            <a:extLst xmlns:a="http://schemas.openxmlformats.org/drawingml/2006/main">
              <a:ext uri="{FF2B5EF4-FFF2-40B4-BE49-F238E27FC236}">
                <a16:creationId xmlns:a16="http://schemas.microsoft.com/office/drawing/2014/main" id="{05585B05-AC7E-4BD1-9CC2-4D247CD3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8-text-1">
            <a:extLst xmlns:a="http://schemas.openxmlformats.org/drawingml/2006/main">
              <a:ext uri="{FF2B5EF4-FFF2-40B4-BE49-F238E27FC236}">
                <a16:creationId xmlns:a16="http://schemas.microsoft.com/office/drawing/2014/main" id="{8D5CEBC0-A419-49C1-B117-11FD312B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8-text-2">
            <a:extLst xmlns:a="http://schemas.openxmlformats.org/drawingml/2006/main">
              <a:ext uri="{FF2B5EF4-FFF2-40B4-BE49-F238E27FC236}">
                <a16:creationId xmlns:a16="http://schemas.microsoft.com/office/drawing/2014/main" id="{ABBA84A6-524E-4930-9FBE-D1BA5125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REGLAS TRANSVERSALES</a:t>
            </a:r>
          </a:p>
        </p:txBody>
      </p:sp>
      <p:sp>
        <p:nvSpPr>
          <p:cNvPr id="4" name="s28-rect-3">
            <a:extLst xmlns:a="http://schemas.openxmlformats.org/drawingml/2006/main">
              <a:ext uri="{FF2B5EF4-FFF2-40B4-BE49-F238E27FC236}">
                <a16:creationId xmlns:a16="http://schemas.microsoft.com/office/drawing/2014/main" id="{F72268AD-CE07-47D4-B4A5-71F7298E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8-text-4">
            <a:extLst xmlns:a="http://schemas.openxmlformats.org/drawingml/2006/main">
              <a:ext uri="{FF2B5EF4-FFF2-40B4-BE49-F238E27FC236}">
                <a16:creationId xmlns:a16="http://schemas.microsoft.com/office/drawing/2014/main" id="{6D815482-306F-4719-ADB9-1101CB4A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Adaptación y accesibilidad</a:t>
            </a:r>
          </a:p>
        </p:txBody>
      </p:sp>
      <p:sp>
        <p:nvSpPr>
          <p:cNvPr id="6" name="s28-text-5">
            <a:extLst xmlns:a="http://schemas.openxmlformats.org/drawingml/2006/main">
              <a:ext uri="{FF2B5EF4-FFF2-40B4-BE49-F238E27FC236}">
                <a16:creationId xmlns:a16="http://schemas.microsoft.com/office/drawing/2014/main" id="{CEEAE3EC-5F4C-4379-8FF6-D868D6C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Las mismas piezas deben funcionar con teclado, zoom y pantallas pequeñas</a:t>
            </a:r>
          </a:p>
        </p:txBody>
      </p:sp>
      <p:sp>
        <p:nvSpPr>
          <p:cNvPr id="7" name="s28-text-6">
            <a:extLst xmlns:a="http://schemas.openxmlformats.org/drawingml/2006/main">
              <a:ext uri="{FF2B5EF4-FFF2-40B4-BE49-F238E27FC236}">
                <a16:creationId xmlns:a16="http://schemas.microsoft.com/office/drawing/2014/main" id="{37FA8779-61EB-4848-ABDB-FB589C69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" name="s28-rect-7">
            <a:extLst xmlns:a="http://schemas.openxmlformats.org/drawingml/2006/main">
              <a:ext uri="{FF2B5EF4-FFF2-40B4-BE49-F238E27FC236}">
                <a16:creationId xmlns:a16="http://schemas.microsoft.com/office/drawing/2014/main" id="{9FB15620-8948-4C1E-BC00-5C2DF74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743450" cy="2790825"/>
          </a:xfrm>
          <a:prstGeom xmlns:a="http://schemas.openxmlformats.org/drawingml/2006/main" prst="roundRect">
            <a:avLst>
              <a:gd name="adj" fmla="val 2389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9" name="s28-rect-8">
            <a:extLst xmlns:a="http://schemas.openxmlformats.org/drawingml/2006/main">
              <a:ext uri="{FF2B5EF4-FFF2-40B4-BE49-F238E27FC236}">
                <a16:creationId xmlns:a16="http://schemas.microsoft.com/office/drawing/2014/main" id="{6237F738-4E5E-4E6E-850F-4DCAF6AA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400550" cy="3333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0" name="s28-rect-9">
            <a:extLst xmlns:a="http://schemas.openxmlformats.org/drawingml/2006/main">
              <a:ext uri="{FF2B5EF4-FFF2-40B4-BE49-F238E27FC236}">
                <a16:creationId xmlns:a16="http://schemas.microsoft.com/office/drawing/2014/main" id="{2386A6FD-5535-445C-9530-60F17C7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38350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1" name="s28-rect-10">
            <a:extLst xmlns:a="http://schemas.openxmlformats.org/drawingml/2006/main">
              <a:ext uri="{FF2B5EF4-FFF2-40B4-BE49-F238E27FC236}">
                <a16:creationId xmlns:a16="http://schemas.microsoft.com/office/drawing/2014/main" id="{2F9CE70B-1C7C-461D-B052-62A2BEA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21717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12" name="s28-rect-11">
            <a:extLst xmlns:a="http://schemas.openxmlformats.org/drawingml/2006/main">
              <a:ext uri="{FF2B5EF4-FFF2-40B4-BE49-F238E27FC236}">
                <a16:creationId xmlns:a16="http://schemas.microsoft.com/office/drawing/2014/main" id="{0B53A948-31E6-422D-9589-A322A26F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38500"/>
            <a:ext cx="1781175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13" name="s28-rect-12">
            <a:extLst xmlns:a="http://schemas.openxmlformats.org/drawingml/2006/main">
              <a:ext uri="{FF2B5EF4-FFF2-40B4-BE49-F238E27FC236}">
                <a16:creationId xmlns:a16="http://schemas.microsoft.com/office/drawing/2014/main" id="{75F67066-EF6F-4CC7-8CA9-1F75F418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14775"/>
            <a:ext cx="19050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4" name="s28-text-13">
            <a:extLst xmlns:a="http://schemas.openxmlformats.org/drawingml/2006/main">
              <a:ext uri="{FF2B5EF4-FFF2-40B4-BE49-F238E27FC236}">
                <a16:creationId xmlns:a16="http://schemas.microsoft.com/office/drawing/2014/main" id="{8A61F464-9E91-40AC-8FCD-5661000E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290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  <p:sp>
        <p:nvSpPr>
          <p:cNvPr id="15" name="s28-text-14">
            <a:extLst xmlns:a="http://schemas.openxmlformats.org/drawingml/2006/main">
              <a:ext uri="{FF2B5EF4-FFF2-40B4-BE49-F238E27FC236}">
                <a16:creationId xmlns:a16="http://schemas.microsoft.com/office/drawing/2014/main" id="{09DBA611-FC26-43B3-810F-38C91D56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7625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Escritorio: grupo en dos columnas</a:t>
            </a:r>
          </a:p>
        </p:txBody>
      </p:sp>
      <p:sp>
        <p:nvSpPr>
          <p:cNvPr id="16" name="s28-rect-15">
            <a:extLst xmlns:a="http://schemas.openxmlformats.org/drawingml/2006/main">
              <a:ext uri="{FF2B5EF4-FFF2-40B4-BE49-F238E27FC236}">
                <a16:creationId xmlns:a16="http://schemas.microsoft.com/office/drawing/2014/main" id="{85549066-4AA7-4D9C-BD1E-EA4D3CC6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43125"/>
            <a:ext cx="1905000" cy="30861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7" name="s28-rect-16">
            <a:extLst xmlns:a="http://schemas.openxmlformats.org/drawingml/2006/main">
              <a:ext uri="{FF2B5EF4-FFF2-40B4-BE49-F238E27FC236}">
                <a16:creationId xmlns:a16="http://schemas.microsoft.com/office/drawing/2014/main" id="{4DFC96AB-FBF5-41E8-B990-3D6162A8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158115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18" name="s28-rect-17">
            <a:extLst xmlns:a="http://schemas.openxmlformats.org/drawingml/2006/main">
              <a:ext uri="{FF2B5EF4-FFF2-40B4-BE49-F238E27FC236}">
                <a16:creationId xmlns:a16="http://schemas.microsoft.com/office/drawing/2014/main" id="{20CAB9E3-176B-4E3E-8D73-C0E97C81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52725"/>
            <a:ext cx="158115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4E8DF"/>
          </a:solidFill>
          <a:ln xmlns:a="http://schemas.openxmlformats.org/drawingml/2006/main" w="0">
            <a:noFill/>
          </a:ln>
        </p:spPr>
      </p:sp>
      <p:sp>
        <p:nvSpPr>
          <p:cNvPr id="19" name="s28-rect-18">
            <a:extLst xmlns:a="http://schemas.openxmlformats.org/drawingml/2006/main">
              <a:ext uri="{FF2B5EF4-FFF2-40B4-BE49-F238E27FC236}">
                <a16:creationId xmlns:a16="http://schemas.microsoft.com/office/drawing/2014/main" id="{77E30D31-F673-412D-A98C-1E6717A3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81425"/>
            <a:ext cx="142875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FCD"/>
          </a:solidFill>
          <a:ln xmlns:a="http://schemas.openxmlformats.org/drawingml/2006/main" w="0">
            <a:noFill/>
          </a:ln>
        </p:spPr>
      </p:sp>
      <p:sp>
        <p:nvSpPr>
          <p:cNvPr id="20" name="s28-rect-19">
            <a:extLst xmlns:a="http://schemas.openxmlformats.org/drawingml/2006/main">
              <a:ext uri="{FF2B5EF4-FFF2-40B4-BE49-F238E27FC236}">
                <a16:creationId xmlns:a16="http://schemas.microsoft.com/office/drawing/2014/main" id="{B05580B0-B3D1-4147-9748-37664376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1581150" cy="95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1" name="s28-rect-20">
            <a:extLst xmlns:a="http://schemas.openxmlformats.org/drawingml/2006/main">
              <a:ext uri="{FF2B5EF4-FFF2-40B4-BE49-F238E27FC236}">
                <a16:creationId xmlns:a16="http://schemas.microsoft.com/office/drawing/2014/main" id="{CE503AAD-F921-4EDD-8CAC-B9643D88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05325"/>
            <a:ext cx="15811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22" name="s28-text-21">
            <a:extLst xmlns:a="http://schemas.openxmlformats.org/drawingml/2006/main">
              <a:ext uri="{FF2B5EF4-FFF2-40B4-BE49-F238E27FC236}">
                <a16:creationId xmlns:a16="http://schemas.microsoft.com/office/drawing/2014/main" id="{E0950493-AFC9-4C6E-8ABF-1E4B25F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  <p:sp>
        <p:nvSpPr>
          <p:cNvPr id="23" name="s28-text-22">
            <a:extLst xmlns:a="http://schemas.openxmlformats.org/drawingml/2006/main">
              <a:ext uri="{FF2B5EF4-FFF2-40B4-BE49-F238E27FC236}">
                <a16:creationId xmlns:a16="http://schemas.microsoft.com/office/drawing/2014/main" id="{5B637758-355E-4F80-AC78-DB456402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91150"/>
            <a:ext cx="27241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Móvil: orden de lectura</a:t>
            </a:r>
          </a:p>
        </p:txBody>
      </p:sp>
      <p:sp>
        <p:nvSpPr>
          <p:cNvPr id="24" name="s28-rect-23">
            <a:extLst xmlns:a="http://schemas.openxmlformats.org/drawingml/2006/main">
              <a:ext uri="{FF2B5EF4-FFF2-40B4-BE49-F238E27FC236}">
                <a16:creationId xmlns:a16="http://schemas.microsoft.com/office/drawing/2014/main" id="{8729DC96-F0A7-4EE0-AAAC-F29A5AC4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5" name="s28-text-24">
            <a:extLst xmlns:a="http://schemas.openxmlformats.org/drawingml/2006/main">
              <a:ext uri="{FF2B5EF4-FFF2-40B4-BE49-F238E27FC236}">
                <a16:creationId xmlns:a16="http://schemas.microsoft.com/office/drawing/2014/main" id="{65823335-2954-4101-9AC1-9E54DAD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26" name="s28-text-25">
            <a:extLst xmlns:a="http://schemas.openxmlformats.org/drawingml/2006/main">
              <a:ext uri="{FF2B5EF4-FFF2-40B4-BE49-F238E27FC236}">
                <a16:creationId xmlns:a16="http://schemas.microsoft.com/office/drawing/2014/main" id="{66385EB2-A6F3-470E-A8B7-EDD065E3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Teclado y foco</a:t>
            </a:r>
          </a:p>
        </p:txBody>
      </p:sp>
      <p:sp>
        <p:nvSpPr>
          <p:cNvPr id="27" name="s28-text-26">
            <a:extLst xmlns:a="http://schemas.openxmlformats.org/drawingml/2006/main">
              <a:ext uri="{FF2B5EF4-FFF2-40B4-BE49-F238E27FC236}">
                <a16:creationId xmlns:a16="http://schemas.microsoft.com/office/drawing/2014/main" id="{ABC6B528-81AD-4517-8045-89C967F8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Todas las acciones son accesibles con teclado, con foco visible y orden lógico.</a:t>
            </a:r>
          </a:p>
        </p:txBody>
      </p:sp>
      <p:sp>
        <p:nvSpPr>
          <p:cNvPr id="28" name="s28-text-27">
            <a:extLst xmlns:a="http://schemas.openxmlformats.org/drawingml/2006/main">
              <a:ext uri="{FF2B5EF4-FFF2-40B4-BE49-F238E27FC236}">
                <a16:creationId xmlns:a16="http://schemas.microsoft.com/office/drawing/2014/main" id="{10FD0426-C0C5-40D8-8CA5-1AD6B983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Lectura</a:t>
            </a:r>
          </a:p>
        </p:txBody>
      </p:sp>
      <p:sp>
        <p:nvSpPr>
          <p:cNvPr id="29" name="s28-text-28">
            <a:extLst xmlns:a="http://schemas.openxmlformats.org/drawingml/2006/main">
              <a:ext uri="{FF2B5EF4-FFF2-40B4-BE49-F238E27FC236}">
                <a16:creationId xmlns:a16="http://schemas.microsoft.com/office/drawing/2014/main" id="{C0664428-AFE1-4A53-BB81-0FA005C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Texto normal con contraste objetivo 4,5:1. Sin información exclusiva por color.</a:t>
            </a:r>
          </a:p>
        </p:txBody>
      </p:sp>
      <p:sp>
        <p:nvSpPr>
          <p:cNvPr id="30" name="s28-text-29">
            <a:extLst xmlns:a="http://schemas.openxmlformats.org/drawingml/2006/main">
              <a:ext uri="{FF2B5EF4-FFF2-40B4-BE49-F238E27FC236}">
                <a16:creationId xmlns:a16="http://schemas.microsoft.com/office/drawing/2014/main" id="{24FE0FB7-77FD-4246-AEA9-B842F622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Adaptación</a:t>
            </a:r>
          </a:p>
        </p:txBody>
      </p:sp>
      <p:sp>
        <p:nvSpPr>
          <p:cNvPr id="31" name="s28-text-30">
            <a:extLst xmlns:a="http://schemas.openxmlformats.org/drawingml/2006/main">
              <a:ext uri="{FF2B5EF4-FFF2-40B4-BE49-F238E27FC236}">
                <a16:creationId xmlns:a16="http://schemas.microsoft.com/office/drawing/2014/main" id="{F534516A-47D7-4340-ADA9-5D4C629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Objetivo táctil de 44 px, zoom sin pérdida de contenido y movimiento reducido.</a:t>
            </a:r>
          </a:p>
        </p:txBody>
      </p:sp>
      <p:sp>
        <p:nvSpPr>
          <p:cNvPr id="32" name="s28-rect-31">
            <a:extLst xmlns:a="http://schemas.openxmlformats.org/drawingml/2006/main">
              <a:ext uri="{FF2B5EF4-FFF2-40B4-BE49-F238E27FC236}">
                <a16:creationId xmlns:a16="http://schemas.microsoft.com/office/drawing/2014/main" id="{3F6C30FD-F274-4BB7-B137-E43699C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33" name="s28-text-32">
            <a:extLst xmlns:a="http://schemas.openxmlformats.org/drawingml/2006/main">
              <a:ext uri="{FF2B5EF4-FFF2-40B4-BE49-F238E27FC236}">
                <a16:creationId xmlns:a16="http://schemas.microsoft.com/office/drawing/2014/main" id="{E01B0EC0-CEF9-474A-974A-3320B722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Comprobar nombres accesibles, mensajes anunciados, escape de capas y reflujo en cada componente.</a:t>
            </a:r>
          </a:p>
        </p:txBody>
      </p:sp>
    </p:spTree>
    <p:extLst>
      <p:ext uri="{BB962C8B-B14F-4D97-AF65-F5344CB8AC3E}">
        <p14:creationId xmlns:p14="http://schemas.microsoft.com/office/powerpoint/2010/main" val="7780093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29-rect-0">
            <a:extLst xmlns:a="http://schemas.openxmlformats.org/drawingml/2006/main">
              <a:ext uri="{FF2B5EF4-FFF2-40B4-BE49-F238E27FC236}">
                <a16:creationId xmlns:a16="http://schemas.microsoft.com/office/drawing/2014/main" id="{14ED3CCF-52B2-4413-9C1F-06D2FB59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29-text-1">
            <a:extLst xmlns:a="http://schemas.openxmlformats.org/drawingml/2006/main">
              <a:ext uri="{FF2B5EF4-FFF2-40B4-BE49-F238E27FC236}">
                <a16:creationId xmlns:a16="http://schemas.microsoft.com/office/drawing/2014/main" id="{B6AA35F2-2AA8-4340-AB24-045594F2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29-text-2">
            <a:extLst xmlns:a="http://schemas.openxmlformats.org/drawingml/2006/main">
              <a:ext uri="{FF2B5EF4-FFF2-40B4-BE49-F238E27FC236}">
                <a16:creationId xmlns:a16="http://schemas.microsoft.com/office/drawing/2014/main" id="{A67E885F-15BA-4B4D-B143-79C3A86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IMPLEMENTACIÓN PROPUESTA</a:t>
            </a:r>
          </a:p>
        </p:txBody>
      </p:sp>
      <p:sp>
        <p:nvSpPr>
          <p:cNvPr id="4" name="s29-rect-3">
            <a:extLst xmlns:a="http://schemas.openxmlformats.org/drawingml/2006/main">
              <a:ext uri="{FF2B5EF4-FFF2-40B4-BE49-F238E27FC236}">
                <a16:creationId xmlns:a16="http://schemas.microsoft.com/office/drawing/2014/main" id="{630DCEDE-2271-4A13-8EFD-E3EFA666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29-text-4">
            <a:extLst xmlns:a="http://schemas.openxmlformats.org/drawingml/2006/main">
              <a:ext uri="{FF2B5EF4-FFF2-40B4-BE49-F238E27FC236}">
                <a16:creationId xmlns:a16="http://schemas.microsoft.com/office/drawing/2014/main" id="{4E18E34A-BE0E-4CD7-847D-FD2BFAE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Tokens y contrato de componentes</a:t>
            </a:r>
          </a:p>
        </p:txBody>
      </p:sp>
      <p:sp>
        <p:nvSpPr>
          <p:cNvPr id="6" name="s29-text-5">
            <a:extLst xmlns:a="http://schemas.openxmlformats.org/drawingml/2006/main">
              <a:ext uri="{FF2B5EF4-FFF2-40B4-BE49-F238E27FC236}">
                <a16:creationId xmlns:a16="http://schemas.microsoft.com/office/drawing/2014/main" id="{F652705D-0BE1-42C7-AACD-70AC32D8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Una implementación compartida mantiene el diseño consistente al crecer</a:t>
            </a:r>
          </a:p>
        </p:txBody>
      </p:sp>
      <p:sp>
        <p:nvSpPr>
          <p:cNvPr id="7" name="s29-text-6">
            <a:extLst xmlns:a="http://schemas.openxmlformats.org/drawingml/2006/main">
              <a:ext uri="{FF2B5EF4-FFF2-40B4-BE49-F238E27FC236}">
                <a16:creationId xmlns:a16="http://schemas.microsoft.com/office/drawing/2014/main" id="{D8D53F28-062A-45B2-AF59-ED14010F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" name="s29-rect-7">
            <a:extLst xmlns:a="http://schemas.openxmlformats.org/drawingml/2006/main">
              <a:ext uri="{FF2B5EF4-FFF2-40B4-BE49-F238E27FC236}">
                <a16:creationId xmlns:a16="http://schemas.microsoft.com/office/drawing/2014/main" id="{B2205A25-CD5C-46E6-9816-C5027728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095750" cy="3228975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9" name="s29-text-8">
            <a:extLst xmlns:a="http://schemas.openxmlformats.org/drawingml/2006/main">
              <a:ext uri="{FF2B5EF4-FFF2-40B4-BE49-F238E27FC236}">
                <a16:creationId xmlns:a16="http://schemas.microsoft.com/office/drawing/2014/main" id="{02901D65-CE1C-4730-9A8C-CA79D9C0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52675"/>
            <a:ext cx="36385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DFCD"/>
                </a:solidFill>
                <a:latin typeface="Arial"/>
                <a:ea typeface="Arial"/>
                <a:cs typeface="Arial"/>
              </a:rPr>
              <a:t>TOKENS SEMÁNTICOS</a:t>
            </a:r>
          </a:p>
        </p:txBody>
      </p:sp>
      <p:sp>
        <p:nvSpPr>
          <p:cNvPr id="10" name="s29-text-9">
            <a:extLst xmlns:a="http://schemas.openxmlformats.org/drawingml/2006/main">
              <a:ext uri="{FF2B5EF4-FFF2-40B4-BE49-F238E27FC236}">
                <a16:creationId xmlns:a16="http://schemas.microsoft.com/office/drawing/2014/main" id="{CB405268-159D-478C-98C4-AC4E51E6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36385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color.action.primary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color.text.primary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color.border.control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space.4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radius.control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font.body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motion.fast</a:t>
            </a:r>
          </a:p>
        </p:txBody>
      </p:sp>
      <p:sp>
        <p:nvSpPr>
          <p:cNvPr id="11" name="s29-rect-10">
            <a:extLst xmlns:a="http://schemas.openxmlformats.org/drawingml/2006/main">
              <a:ext uri="{FF2B5EF4-FFF2-40B4-BE49-F238E27FC236}">
                <a16:creationId xmlns:a16="http://schemas.microsoft.com/office/drawing/2014/main" id="{F95160EF-F4A6-4715-97E9-AFD4C74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43125"/>
            <a:ext cx="3524250" cy="3228975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2" name="s29-text-11">
            <a:extLst xmlns:a="http://schemas.openxmlformats.org/drawingml/2006/main">
              <a:ext uri="{FF2B5EF4-FFF2-40B4-BE49-F238E27FC236}">
                <a16:creationId xmlns:a16="http://schemas.microsoft.com/office/drawing/2014/main" id="{C85CDECF-7C7D-4A84-A7C9-FF6026F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31051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Button</a:t>
            </a:r>
          </a:p>
        </p:txBody>
      </p:sp>
      <p:sp>
        <p:nvSpPr>
          <p:cNvPr id="13" name="s29-text-12">
            <a:extLst xmlns:a="http://schemas.openxmlformats.org/drawingml/2006/main">
              <a:ext uri="{FF2B5EF4-FFF2-40B4-BE49-F238E27FC236}">
                <a16:creationId xmlns:a16="http://schemas.microsoft.com/office/drawing/2014/main" id="{17F8EA1C-07B2-4AB6-94D6-E2013F9A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05125"/>
            <a:ext cx="31051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variant: primary | secondary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size: sm | md | lg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disabled: boolean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loading: boolean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className: string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172C5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C52"/>
                </a:solidFill>
                <a:latin typeface="Arial"/>
                <a:ea typeface="Arial"/>
                <a:cs typeface="Arial"/>
              </a:rPr>
              <a:t>children: contenido</a:t>
            </a:r>
          </a:p>
        </p:txBody>
      </p:sp>
      <p:sp>
        <p:nvSpPr>
          <p:cNvPr id="14" name="s29-rect-13">
            <a:extLst xmlns:a="http://schemas.openxmlformats.org/drawingml/2006/main">
              <a:ext uri="{FF2B5EF4-FFF2-40B4-BE49-F238E27FC236}">
                <a16:creationId xmlns:a16="http://schemas.microsoft.com/office/drawing/2014/main" id="{539DD807-FC85-47F9-A9D0-C7B1286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438400" cy="38100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5" name="s29-text-14">
            <a:extLst xmlns:a="http://schemas.openxmlformats.org/drawingml/2006/main">
              <a:ext uri="{FF2B5EF4-FFF2-40B4-BE49-F238E27FC236}">
                <a16:creationId xmlns:a16="http://schemas.microsoft.com/office/drawing/2014/main" id="{C7FDBA4E-6A98-4B11-BBCE-4EFD988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20193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CRITERIOS DE USO</a:t>
            </a:r>
          </a:p>
        </p:txBody>
      </p:sp>
      <p:sp>
        <p:nvSpPr>
          <p:cNvPr id="16" name="s29-text-15">
            <a:extLst xmlns:a="http://schemas.openxmlformats.org/drawingml/2006/main">
              <a:ext uri="{FF2B5EF4-FFF2-40B4-BE49-F238E27FC236}">
                <a16:creationId xmlns:a16="http://schemas.microsoft.com/office/drawing/2014/main" id="{6FFAF849-67AE-41DF-A0BC-3058CBBF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Tokens primero</a:t>
            </a:r>
          </a:p>
        </p:txBody>
      </p:sp>
      <p:sp>
        <p:nvSpPr>
          <p:cNvPr id="17" name="s29-text-16">
            <a:extLst xmlns:a="http://schemas.openxmlformats.org/drawingml/2006/main">
              <a:ext uri="{FF2B5EF4-FFF2-40B4-BE49-F238E27FC236}">
                <a16:creationId xmlns:a16="http://schemas.microsoft.com/office/drawing/2014/main" id="{5480CB50-D3E0-465C-8927-49C1034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Los componentes consumen tokens. Los valores de marca viven en un único lugar.</a:t>
            </a:r>
          </a:p>
        </p:txBody>
      </p:sp>
      <p:sp>
        <p:nvSpPr>
          <p:cNvPr id="18" name="s29-text-17">
            <a:extLst xmlns:a="http://schemas.openxmlformats.org/drawingml/2006/main">
              <a:ext uri="{FF2B5EF4-FFF2-40B4-BE49-F238E27FC236}">
                <a16:creationId xmlns:a16="http://schemas.microsoft.com/office/drawing/2014/main" id="{123DA936-7F25-4B37-A0C0-093ACDF4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API estable</a:t>
            </a:r>
          </a:p>
        </p:txBody>
      </p:sp>
      <p:sp>
        <p:nvSpPr>
          <p:cNvPr id="19" name="s29-text-18">
            <a:extLst xmlns:a="http://schemas.openxmlformats.org/drawingml/2006/main">
              <a:ext uri="{FF2B5EF4-FFF2-40B4-BE49-F238E27FC236}">
                <a16:creationId xmlns:a16="http://schemas.microsoft.com/office/drawing/2014/main" id="{5B943100-34CE-468A-8F86-1F865397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385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Nombres semánticos, variantes y tamaños consistentes. Evitar excepciones por página.</a:t>
            </a:r>
          </a:p>
        </p:txBody>
      </p:sp>
      <p:sp>
        <p:nvSpPr>
          <p:cNvPr id="20" name="s29-text-19">
            <a:extLst xmlns:a="http://schemas.openxmlformats.org/drawingml/2006/main">
              <a:ext uri="{FF2B5EF4-FFF2-40B4-BE49-F238E27FC236}">
                <a16:creationId xmlns:a16="http://schemas.microsoft.com/office/drawing/2014/main" id="{FF9F1AD2-2F94-443A-B690-7F42B7DC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20097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Composición</a:t>
            </a:r>
          </a:p>
        </p:txBody>
      </p:sp>
      <p:sp>
        <p:nvSpPr>
          <p:cNvPr id="21" name="s29-text-20">
            <a:extLst xmlns:a="http://schemas.openxmlformats.org/drawingml/2006/main">
              <a:ext uri="{FF2B5EF4-FFF2-40B4-BE49-F238E27FC236}">
                <a16:creationId xmlns:a16="http://schemas.microsoft.com/office/drawing/2014/main" id="{7109B045-77F3-4C8E-AE63-CD0A001E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2009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Exponer slots de contenido. El comportamiento compartido permanece dentro del componente.</a:t>
            </a:r>
          </a:p>
        </p:txBody>
      </p:sp>
      <p:sp>
        <p:nvSpPr>
          <p:cNvPr id="22" name="s29-rect-21">
            <a:extLst xmlns:a="http://schemas.openxmlformats.org/drawingml/2006/main">
              <a:ext uri="{FF2B5EF4-FFF2-40B4-BE49-F238E27FC236}">
                <a16:creationId xmlns:a16="http://schemas.microsoft.com/office/drawing/2014/main" id="{E68F57E5-6CE9-4D2B-ADA4-C5B603AA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3" name="s29-text-22">
            <a:extLst xmlns:a="http://schemas.openxmlformats.org/drawingml/2006/main">
              <a:ext uri="{FF2B5EF4-FFF2-40B4-BE49-F238E27FC236}">
                <a16:creationId xmlns:a16="http://schemas.microsoft.com/office/drawing/2014/main" id="{1701946C-3268-43F3-9F89-56E2880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El paquete incluye tokens CSS y JSON. Las APIs son una propuesta para la futura biblioteca, no componentes ya implementados.</a:t>
            </a:r>
          </a:p>
        </p:txBody>
      </p:sp>
    </p:spTree>
    <p:extLst>
      <p:ext uri="{BB962C8B-B14F-4D97-AF65-F5344CB8AC3E}">
        <p14:creationId xmlns:p14="http://schemas.microsoft.com/office/powerpoint/2010/main" val="47622727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30-rect-0">
            <a:extLst xmlns:a="http://schemas.openxmlformats.org/drawingml/2006/main">
              <a:ext uri="{FF2B5EF4-FFF2-40B4-BE49-F238E27FC236}">
                <a16:creationId xmlns:a16="http://schemas.microsoft.com/office/drawing/2014/main" id="{4B16E1AC-E799-48FB-A825-EDAC4E0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noFill/>
          </a:ln>
        </p:spPr>
      </p:sp>
      <p:sp>
        <p:nvSpPr>
          <p:cNvPr id="2" name="s30-text-1">
            <a:extLst xmlns:a="http://schemas.openxmlformats.org/drawingml/2006/main">
              <a:ext uri="{FF2B5EF4-FFF2-40B4-BE49-F238E27FC236}">
                <a16:creationId xmlns:a16="http://schemas.microsoft.com/office/drawing/2014/main" id="{7BDE5BFC-24F1-4868-81CC-CB61796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092B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92B8B"/>
                </a:solidFill>
                <a:latin typeface="Arial"/>
                <a:ea typeface="Arial"/>
                <a:cs typeface="Arial"/>
              </a:rPr>
              <a:t>INHAND</a:t>
            </a:r>
          </a:p>
        </p:txBody>
      </p:sp>
      <p:sp>
        <p:nvSpPr>
          <p:cNvPr id="3" name="s30-text-2">
            <a:extLst xmlns:a="http://schemas.openxmlformats.org/drawingml/2006/main">
              <a:ext uri="{FF2B5EF4-FFF2-40B4-BE49-F238E27FC236}">
                <a16:creationId xmlns:a16="http://schemas.microsoft.com/office/drawing/2014/main" id="{F01AF561-C03D-4331-A238-940FCC80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"/>
            <a:ext cx="3771900" cy="16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2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SIGUIENTES PASOS</a:t>
            </a:r>
          </a:p>
        </p:txBody>
      </p:sp>
      <p:sp>
        <p:nvSpPr>
          <p:cNvPr id="4" name="s30-rect-3">
            <a:extLst xmlns:a="http://schemas.openxmlformats.org/drawingml/2006/main">
              <a:ext uri="{FF2B5EF4-FFF2-40B4-BE49-F238E27FC236}">
                <a16:creationId xmlns:a16="http://schemas.microsoft.com/office/drawing/2014/main" id="{7981515E-A15E-40B1-AFC9-6CF33405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5" name="s30-text-4">
            <a:extLst xmlns:a="http://schemas.openxmlformats.org/drawingml/2006/main">
              <a:ext uri="{FF2B5EF4-FFF2-40B4-BE49-F238E27FC236}">
                <a16:creationId xmlns:a16="http://schemas.microsoft.com/office/drawing/2014/main" id="{A1F28810-DEA5-4C48-A272-517936D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Inventario y orden de construcción</a:t>
            </a:r>
          </a:p>
        </p:txBody>
      </p:sp>
      <p:sp>
        <p:nvSpPr>
          <p:cNvPr id="6" name="s30-text-5">
            <a:extLst xmlns:a="http://schemas.openxmlformats.org/drawingml/2006/main">
              <a:ext uri="{FF2B5EF4-FFF2-40B4-BE49-F238E27FC236}">
                <a16:creationId xmlns:a16="http://schemas.microsoft.com/office/drawing/2014/main" id="{3B42B1DC-AC60-427F-867A-A8C8077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La base actual es la portada. Este catálogo define las siguientes piezas reutilizables</a:t>
            </a:r>
          </a:p>
        </p:txBody>
      </p:sp>
      <p:sp>
        <p:nvSpPr>
          <p:cNvPr id="7" name="s30-text-6">
            <a:extLst xmlns:a="http://schemas.openxmlformats.org/drawingml/2006/main">
              <a:ext uri="{FF2B5EF4-FFF2-40B4-BE49-F238E27FC236}">
                <a16:creationId xmlns:a16="http://schemas.microsoft.com/office/drawing/2014/main" id="{EDD694EB-2CF0-4490-B0D8-048FE78B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90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" name="s30-rect-7">
            <a:extLst xmlns:a="http://schemas.openxmlformats.org/drawingml/2006/main">
              <a:ext uri="{FF2B5EF4-FFF2-40B4-BE49-F238E27FC236}">
                <a16:creationId xmlns:a16="http://schemas.microsoft.com/office/drawing/2014/main" id="{71756399-BA96-4A75-B540-3A372B6B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27685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92B8B"/>
          </a:solidFill>
          <a:ln xmlns:a="http://schemas.openxmlformats.org/drawingml/2006/main" w="0">
            <a:noFill/>
          </a:ln>
        </p:spPr>
      </p:sp>
      <p:sp>
        <p:nvSpPr>
          <p:cNvPr id="9" name="s30-text-8">
            <a:extLst xmlns:a="http://schemas.openxmlformats.org/drawingml/2006/main">
              <a:ext uri="{FF2B5EF4-FFF2-40B4-BE49-F238E27FC236}">
                <a16:creationId xmlns:a16="http://schemas.microsoft.com/office/drawing/2014/main" id="{58E5B054-19C2-407A-82A7-FD86CA1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762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F5DFC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DF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30-text-9">
            <a:extLst xmlns:a="http://schemas.openxmlformats.org/drawingml/2006/main">
              <a:ext uri="{FF2B5EF4-FFF2-40B4-BE49-F238E27FC236}">
                <a16:creationId xmlns:a16="http://schemas.microsoft.com/office/drawing/2014/main" id="{18831B24-BF62-4D14-9BAD-46A24754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43150"/>
            <a:ext cx="4267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BF6EE"/>
                </a:solidFill>
                <a:latin typeface="Georgia"/>
                <a:ea typeface="Georgia"/>
                <a:cs typeface="Georgia"/>
              </a:rPr>
              <a:t>Base compartida</a:t>
            </a:r>
          </a:p>
        </p:txBody>
      </p:sp>
      <p:sp>
        <p:nvSpPr>
          <p:cNvPr id="11" name="s30-text-10">
            <a:extLst xmlns:a="http://schemas.openxmlformats.org/drawingml/2006/main">
              <a:ext uri="{FF2B5EF4-FFF2-40B4-BE49-F238E27FC236}">
                <a16:creationId xmlns:a16="http://schemas.microsoft.com/office/drawing/2014/main" id="{52ECC340-087D-48EE-A602-4E69EA56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09875"/>
            <a:ext cx="4267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Tokens, Button, Link, IconButton,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BF6E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BF6EE"/>
                </a:solidFill>
                <a:latin typeface="Arial"/>
                <a:ea typeface="Arial"/>
                <a:cs typeface="Arial"/>
              </a:rPr>
              <a:t>TextField, Checkbox y FocusRing.</a:t>
            </a:r>
          </a:p>
        </p:txBody>
      </p:sp>
      <p:sp>
        <p:nvSpPr>
          <p:cNvPr id="12" name="s30-rect-11">
            <a:extLst xmlns:a="http://schemas.openxmlformats.org/drawingml/2006/main">
              <a:ext uri="{FF2B5EF4-FFF2-40B4-BE49-F238E27FC236}">
                <a16:creationId xmlns:a16="http://schemas.microsoft.com/office/drawing/2014/main" id="{3035C7D8-D545-466E-9131-13EBDB58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43125"/>
            <a:ext cx="527685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3" name="s30-text-12">
            <a:extLst xmlns:a="http://schemas.openxmlformats.org/drawingml/2006/main">
              <a:ext uri="{FF2B5EF4-FFF2-40B4-BE49-F238E27FC236}">
                <a16:creationId xmlns:a16="http://schemas.microsoft.com/office/drawing/2014/main" id="{E4BF7E61-39EE-4841-95F1-A937736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762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663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s30-text-13">
            <a:extLst xmlns:a="http://schemas.openxmlformats.org/drawingml/2006/main">
              <a:ext uri="{FF2B5EF4-FFF2-40B4-BE49-F238E27FC236}">
                <a16:creationId xmlns:a16="http://schemas.microsoft.com/office/drawing/2014/main" id="{B5E47983-7C48-4FF4-88D6-532CBE93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43150"/>
            <a:ext cx="4267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Navegación y contenido</a:t>
            </a:r>
          </a:p>
        </p:txBody>
      </p:sp>
      <p:sp>
        <p:nvSpPr>
          <p:cNvPr id="15" name="s30-text-14">
            <a:extLst xmlns:a="http://schemas.openxmlformats.org/drawingml/2006/main">
              <a:ext uri="{FF2B5EF4-FFF2-40B4-BE49-F238E27FC236}">
                <a16:creationId xmlns:a16="http://schemas.microsoft.com/office/drawing/2014/main" id="{8F41FA81-FA7B-4C99-8B61-88AF4B9A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09875"/>
            <a:ext cx="4267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Header, MobileNav, Breadcrumb,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Tabs, Card, Badge y Accordion.</a:t>
            </a:r>
          </a:p>
        </p:txBody>
      </p:sp>
      <p:sp>
        <p:nvSpPr>
          <p:cNvPr id="16" name="s30-rect-15">
            <a:extLst xmlns:a="http://schemas.openxmlformats.org/drawingml/2006/main">
              <a:ext uri="{FF2B5EF4-FFF2-40B4-BE49-F238E27FC236}">
                <a16:creationId xmlns:a16="http://schemas.microsoft.com/office/drawing/2014/main" id="{06F6D75F-2D44-449E-BA23-E84B0CC1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27685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17" name="s30-text-16">
            <a:extLst xmlns:a="http://schemas.openxmlformats.org/drawingml/2006/main">
              <a:ext uri="{FF2B5EF4-FFF2-40B4-BE49-F238E27FC236}">
                <a16:creationId xmlns:a16="http://schemas.microsoft.com/office/drawing/2014/main" id="{BFCBCE5C-DF16-4077-BAB5-30B313A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762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663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s30-text-17">
            <a:extLst xmlns:a="http://schemas.openxmlformats.org/drawingml/2006/main">
              <a:ext uri="{FF2B5EF4-FFF2-40B4-BE49-F238E27FC236}">
                <a16:creationId xmlns:a16="http://schemas.microsoft.com/office/drawing/2014/main" id="{3DD3585A-48B0-4A62-A51B-AE18179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19550"/>
            <a:ext cx="4267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Interacción completa</a:t>
            </a:r>
          </a:p>
        </p:txBody>
      </p:sp>
      <p:sp>
        <p:nvSpPr>
          <p:cNvPr id="19" name="s30-text-18">
            <a:extLst xmlns:a="http://schemas.openxmlformats.org/drawingml/2006/main">
              <a:ext uri="{FF2B5EF4-FFF2-40B4-BE49-F238E27FC236}">
                <a16:creationId xmlns:a16="http://schemas.microsoft.com/office/drawing/2014/main" id="{69244B53-D910-4C2F-99E6-C445AE26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6275"/>
            <a:ext cx="4267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Select, Combobox, Search, filtros,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Modal, Drawer y estados.</a:t>
            </a:r>
          </a:p>
        </p:txBody>
      </p:sp>
      <p:sp>
        <p:nvSpPr>
          <p:cNvPr id="20" name="s30-rect-19">
            <a:extLst xmlns:a="http://schemas.openxmlformats.org/drawingml/2006/main">
              <a:ext uri="{FF2B5EF4-FFF2-40B4-BE49-F238E27FC236}">
                <a16:creationId xmlns:a16="http://schemas.microsoft.com/office/drawing/2014/main" id="{9A47591C-7172-495A-9121-3A79C819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9525"/>
            <a:ext cx="527685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AF3"/>
          </a:solidFill>
          <a:ln xmlns:a="http://schemas.openxmlformats.org/drawingml/2006/main" w="9525">
            <a:solidFill>
              <a:srgbClr val="DDDCD3"/>
            </a:solidFill>
          </a:ln>
        </p:spPr>
      </p:sp>
      <p:sp>
        <p:nvSpPr>
          <p:cNvPr id="21" name="s30-text-20">
            <a:extLst xmlns:a="http://schemas.openxmlformats.org/drawingml/2006/main">
              <a:ext uri="{FF2B5EF4-FFF2-40B4-BE49-F238E27FC236}">
                <a16:creationId xmlns:a16="http://schemas.microsoft.com/office/drawing/2014/main" id="{149572D5-E850-410C-B492-1C8DBD93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4762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FF66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663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s30-text-21">
            <a:extLst xmlns:a="http://schemas.openxmlformats.org/drawingml/2006/main">
              <a:ext uri="{FF2B5EF4-FFF2-40B4-BE49-F238E27FC236}">
                <a16:creationId xmlns:a16="http://schemas.microsoft.com/office/drawing/2014/main" id="{8A15F1EA-A27E-494A-B166-8959D2FD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19550"/>
            <a:ext cx="4267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92B8B"/>
                </a:solidFill>
                <a:latin typeface="Georgia"/>
                <a:ea typeface="Georgia"/>
                <a:cs typeface="Georgia"/>
              </a:rPr>
              <a:t>Datos y comercio</a:t>
            </a:r>
          </a:p>
        </p:txBody>
      </p:sp>
      <p:sp>
        <p:nvSpPr>
          <p:cNvPr id="23" name="s30-text-22">
            <a:extLst xmlns:a="http://schemas.openxmlformats.org/drawingml/2006/main">
              <a:ext uri="{FF2B5EF4-FFF2-40B4-BE49-F238E27FC236}">
                <a16:creationId xmlns:a16="http://schemas.microsoft.com/office/drawing/2014/main" id="{0D18EAB8-ACFB-41C7-92BF-3C9679DC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486275"/>
            <a:ext cx="4267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DataTable, paginación, cantidad,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producto, carrito y checkout.</a:t>
            </a:r>
          </a:p>
        </p:txBody>
      </p:sp>
      <p:sp>
        <p:nvSpPr>
          <p:cNvPr id="24" name="s30-rect-23">
            <a:extLst xmlns:a="http://schemas.openxmlformats.org/drawingml/2006/main">
              <a:ext uri="{FF2B5EF4-FFF2-40B4-BE49-F238E27FC236}">
                <a16:creationId xmlns:a16="http://schemas.microsoft.com/office/drawing/2014/main" id="{7B55B9ED-CE41-4986-AB41-3D20F1E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3"/>
          </a:solidFill>
          <a:ln xmlns:a="http://schemas.openxmlformats.org/drawingml/2006/main" w="0">
            <a:noFill/>
          </a:ln>
        </p:spPr>
      </p:sp>
      <p:sp>
        <p:nvSpPr>
          <p:cNvPr id="25" name="s30-text-24">
            <a:extLst xmlns:a="http://schemas.openxmlformats.org/drawingml/2006/main">
              <a:ext uri="{FF2B5EF4-FFF2-40B4-BE49-F238E27FC236}">
                <a16:creationId xmlns:a16="http://schemas.microsoft.com/office/drawing/2014/main" id="{91DCB876-1E97-4BD2-80AB-D93001CC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46A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6A78"/>
                </a:solidFill>
                <a:latin typeface="Arial"/>
                <a:ea typeface="Arial"/>
                <a:cs typeface="Arial"/>
              </a:rPr>
              <a:t>Cada componente se considera listo cuando tiene tokens, estados, teclado, nombres accesibles y verificación de sus interacciones.</a:t>
            </a:r>
          </a:p>
        </p:txBody>
      </p:sp>
    </p:spTree>
    <p:extLst>
      <p:ext uri="{BB962C8B-B14F-4D97-AF65-F5344CB8AC3E}">
        <p14:creationId xmlns:p14="http://schemas.microsoft.com/office/powerpoint/2010/main" val="1660388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2026-10-24T14:52:15.2060000Z</dcterms:created>
  <dcterms:modified xsi:type="dcterms:W3CDTF">2026-10-24T14:52:15.2070000Z</dcterms:modified>
</coreProperties>
</file>